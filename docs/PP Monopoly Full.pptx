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330" r:id="rId2"/>
    <p:sldId id="331" r:id="rId3"/>
    <p:sldId id="332" r:id="rId4"/>
    <p:sldId id="333" r:id="rId5"/>
    <p:sldId id="338" r:id="rId6"/>
    <p:sldId id="335" r:id="rId7"/>
    <p:sldId id="345" r:id="rId8"/>
    <p:sldId id="371" r:id="rId9"/>
    <p:sldId id="372" r:id="rId10"/>
    <p:sldId id="373" r:id="rId11"/>
    <p:sldId id="375" r:id="rId12"/>
    <p:sldId id="374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401" r:id="rId23"/>
    <p:sldId id="400" r:id="rId24"/>
    <p:sldId id="387" r:id="rId25"/>
    <p:sldId id="388" r:id="rId26"/>
    <p:sldId id="389" r:id="rId27"/>
    <p:sldId id="390" r:id="rId28"/>
    <p:sldId id="391" r:id="rId29"/>
    <p:sldId id="392" r:id="rId30"/>
    <p:sldId id="393" r:id="rId31"/>
    <p:sldId id="394" r:id="rId32"/>
    <p:sldId id="395" r:id="rId33"/>
    <p:sldId id="396" r:id="rId34"/>
    <p:sldId id="397" r:id="rId35"/>
    <p:sldId id="398" r:id="rId36"/>
    <p:sldId id="399" r:id="rId37"/>
    <p:sldId id="342" r:id="rId38"/>
    <p:sldId id="343" r:id="rId39"/>
    <p:sldId id="344" r:id="rId40"/>
    <p:sldId id="341" r:id="rId41"/>
    <p:sldId id="402" r:id="rId42"/>
    <p:sldId id="294" r:id="rId43"/>
    <p:sldId id="403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D7AC3CCA-C797-4891-BE02-D94E43425B78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1V>
      <a:tcStyle>
        <a:tcBdr/>
        <a:fill>
          <a:solidFill>
            <a:srgbClr val="CBCBCB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7E7E7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E7E7E7"/>
          </a:solidFill>
        </a:fill>
      </a:tcStyle>
    </a:firstRow>
  </a:tblStyle>
  <a:tblStyle styleId="{9D7B26C5-4107-4FEC-AEDC-1716B250A1E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000000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000000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0505E3EF-67EA-436B-97B2-0124C06EBD24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196B2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196B2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196B2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196B2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BE8"/>
          </a:solidFill>
        </a:fill>
      </a:tcStyle>
    </a:wholeTbl>
    <a:band1H>
      <a:tcStyle>
        <a:tcBdr/>
        <a:fill>
          <a:solidFill>
            <a:srgbClr val="CCD4CC"/>
          </a:solidFill>
        </a:fill>
      </a:tcStyle>
    </a:band1H>
    <a:band1V>
      <a:tcStyle>
        <a:tcBdr/>
        <a:fill>
          <a:solidFill>
            <a:srgbClr val="CCD4CC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196B2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7EBE8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E7EBE8"/>
          </a:solidFill>
        </a:fill>
      </a:tcStyle>
    </a:firstRow>
  </a:tblStyle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  <a:tblStyle styleId="{8EC20E35-A176-4012-BC5E-935CFFF8708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793D81CF-94F2-401A-BA57-92F5A7B2D0C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Row>
  </a:tblStyle>
  <a:tblStyle styleId="{0E3FDE45-AF77-4B5C-9715-49D594BDF05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97132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97132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2D5ABB26-0587-4C30-8999-92F81FD0307C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/>
      </a:tcStyle>
    </a:wholeTbl>
  </a:tblStyle>
  <a:tblStyle styleId="{8A107856-5554-42FB-B03E-39F5DBC370B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BEBE8"/>
          </a:solidFill>
        </a:fill>
      </a:tcStyle>
    </a:wholeTbl>
    <a:band1H>
      <a:tcStyle>
        <a:tcBdr/>
        <a:fill>
          <a:solidFill>
            <a:srgbClr val="F7D5CD"/>
          </a:solidFill>
        </a:fill>
      </a:tcStyle>
    </a:band1H>
    <a:band1V>
      <a:tcStyle>
        <a:tcBdr/>
        <a:fill>
          <a:solidFill>
            <a:srgbClr val="F7D5CD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E97132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BEBE8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FBEBE8"/>
          </a:solidFill>
        </a:fill>
      </a:tcStyle>
    </a:firstRow>
  </a:tblStyle>
  <a:tblStyle styleId="{5202B0CA-FC54-4496-8BCA-5EF66A818D2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/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1V>
      <a:tcStyle>
        <a:tcBdr/>
        <a:fill>
          <a:solidFill>
            <a:srgbClr val="CBCBCB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7E7E7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36DD88-328A-5A9D-78EC-5CE78F8FB02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9308D3-7C6A-A646-D78B-8C876790CAC9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F939BF6-C29A-4BE6-A1E5-CC9B8D6F8222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pPr marL="0" marR="0" lvl="0" indent="0" algn="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9/10/2026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DB2D7-73DC-F95C-5B93-0EF1506232C7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B7823E-FA76-2E51-0AF4-352216672189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610AD9E-7066-4502-8FF6-D98751BAD269}" type="slidenum">
              <a:t>‹Nr.›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5161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A2F1FD-4C07-EF87-68F8-2EA1C17AC6B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91BFFC-F070-B2C5-2E05-7219FA85B06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152E2703-C6A3-4E3F-928E-549AA79CFFEB}" type="datetime1">
              <a:rPr lang="en-US"/>
              <a:pPr lvl="0"/>
              <a:t>9/10/2026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693F827-C861-41A7-A9EB-3725F8C85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B8E6FB-C350-5969-0C25-6B42621F376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C3ECC-246C-4F0C-4081-F98868DBA003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56210-6676-5762-078C-149967D65D3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99D2F476-0959-41A5-82D8-97618C7B8714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68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FF766-3C91-DFAD-E7A0-15BBEAF94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64B8D-FB14-0C7E-405B-30A611EC949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05E4-4FE7-2B24-2A93-4BA58D7DFEF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0451BE2-A37B-43FC-87D6-36F379609EAD}" type="slidenum">
              <a:t>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9EEFD-3925-84DF-B8EA-4C6C3D301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97D1C5-C2A5-A544-7A62-AC27B1B46B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79001-31EB-58AA-3D73-85F33F329A2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DD05B70-78A9-4216-A5A7-3BED346F0A87}" type="slidenum"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7D24D-3A0C-E37E-95B4-0F0F41819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CD4FB5-CCE8-27E2-5705-68BA3C1EAB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90CCA-BE3B-19B0-055F-2D236A0C60D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06A9F7B-123E-4929-A396-58E8020205D5}" type="slidenum"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5F002-F13F-4A85-A3EB-C394861EA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989E3-0B6C-96EF-975C-6524D54963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F5491-5A93-F5DD-543D-5E5036EF5E6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BB8C07-0821-4C1B-9F6E-2AD2CA6888FD}" type="slidenum"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EBBC3-376E-C4E2-3A75-4A72A659B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09805-4080-73DD-ED3F-75A4B1EBBC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FEDD8-F466-F5D9-1450-3924CF9A7AF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36BDBD-24E2-405E-8C79-A60114617091}" type="slidenum"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450BB-356A-89F6-5822-8DCF14D12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8437C3-F0F0-F1A1-982D-2C2DC902D0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082FC-F3EF-96B9-8F2B-84C08C149FA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8F047A4-763F-4230-9534-CF120725418D}" type="slidenum"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4D6BD-ED89-7913-78D4-EB88459B8E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C7F71-450E-67C6-30CB-6BC5703BFF5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E3E2F-3DB6-691A-4E5A-2E1C0980A2A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072345F-2414-4668-8180-52E47F6BEF41}" type="slidenum"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4607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343E-8DD4-9E01-EABE-5B6A05D4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86086-50ED-7173-2400-A8EB55A09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6CF0C-6B0E-4030-F91D-3EA08AF504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F4F4C-11CC-067D-CCDC-1C84AAA792C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205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F7485-2C76-2BB7-8B74-1A87DC02E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E63EC-9D4B-435D-AA6A-3F0736DCA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999314-2E8B-2CA5-B308-1B7EEEF6F37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B35FF-35C9-92DC-B7B8-90047C36239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0673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C9F2-3AB7-2232-0B83-006F244DB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1063E-4D90-CEF4-329A-C686DA296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17BED-70D8-86E5-9811-15C8F5FCB39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6CC0F-184B-C15C-2A25-AC5BA0A0F4E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0179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ED96-8991-045D-5E31-E14AC234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6F63E-3344-51AD-4CDC-5729612CB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0F4B5-6928-3F72-C9F1-B78C33B9847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C1D1D-0228-C2D1-CE82-C805E910249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9474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0C7E8-3D1E-0BD8-98EA-932B1F09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B8DF6-2667-04C5-9AE2-4CA67E386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21293-0C0B-D01C-AD92-94CFCBDE883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0C28-1276-028C-9283-9C8E0721B17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4029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231C4-D327-AEFF-4A3D-8E65DD6C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1F740-7725-EEFD-C863-0EBD8A4ED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D4EE1-07B4-D758-A9A7-87D1B27AED4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3D52F-B5B2-B62E-768A-1B2C62B3DD0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9818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3E4C7-FD9C-1279-FEFF-CDADD89A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A29FF-7156-12DB-982B-53435629E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71480-74FB-2674-6E05-45B2C39DEE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9C9A5-C833-2EC8-4B78-1A90A253607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6800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37A6A-FBE2-76B0-2B98-516E7A1C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34FE9-7437-B819-3AE3-EA84BAC6F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7CF2A-3AB7-F8EF-BC88-5CF7536ACFC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2650C-E009-E6DF-7BC7-7666A2CA379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3352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198B5-A03B-D9BE-CE06-669D1E73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97A0F-153C-139C-F249-8564FDF6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32B4B-9638-ACB6-FD27-5F9BD60019E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BBE08-5830-88C2-AEEE-C65B8CE48B0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31405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B7DBB-A8EF-45F1-D42D-19E160C2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93DD4-3C71-BD2A-6185-1E16EAAA9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A66B1-5F94-AE72-08E0-1E9C814E9C9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0257D-12B7-89F6-EDC2-67688CCE70F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7067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66A99-B64F-96D8-0ECC-0CC5AD24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77654-0786-927E-3DC2-321A20EB7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F0B11-DD8F-061D-9881-6C7BEF4B386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DC6C4-446C-6C39-544E-8EE13CD97FC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22045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0E768-D58D-0ED5-D798-FE56F22FB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4DF41-FF69-DB9F-E117-5247E579B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E9E4C4-8DC4-3939-FAE5-2002B8AFF4B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EFB54-5B71-3984-0C28-DBFC6075A51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19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464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B2C6F-7710-F344-D867-D9A149D2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10C84-C300-B027-66D4-CCD2C8880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E6098-BF28-0614-C724-3E264611B76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78EEE-DE8B-94EE-481A-558AA217C91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780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25686-B2AB-53CF-9F57-666E0BFA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B7883-439D-BC4E-37BA-D522DC9F8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6377D-263A-63D6-6002-0BE889FD6F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96793-C140-61B9-41FC-02106C64E30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57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276F7-B1A5-C377-E862-347F7777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1AF88-F174-098D-9172-51F764273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06AC4-EAD2-8E0D-CBBF-8B15A281449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9405C-9A8B-5AB0-E673-54149189377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97195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00540-368D-8666-C1D7-1ECFE425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3EC2CB-3D9F-6586-7CCA-A897BCF50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EEACC-72E1-754B-92C6-D218BC06548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C53DB7-89BA-4532-8B5D-8F778AE8A8B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9116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A435-E050-9C5E-DC04-C5FC6D16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C6739-6B45-5CCB-37F9-EE5C1D891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7F059-3739-F2E0-CAF2-CBE6EFD9532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13C4B-8072-643C-95B7-5B20953D1C5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9603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1E3A2-BD77-8112-4F06-72F6B846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92F2A-0485-E6CB-1354-F5877CD01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3F201-7BA6-016B-0644-077F13462C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05C31-DAD5-2C55-F839-768CFDD748B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42420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8EB37-7D40-E767-9E7F-980A62BF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BC65F-9143-48F0-DF30-2063F8D45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D2A7B-2B42-5B3E-D2CA-A91DA229E33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EE7F5-CF44-09EA-B335-9BDAA9B6321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552984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274E6-F2BE-3C00-6043-715579879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14559-1ADE-90B3-83BE-FCF522209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22556-15AC-C591-8CA8-E707A5B89D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B4E2B-24CB-4DCB-8570-942A9EDB2D8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42159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36C00-45D3-3515-335A-8F960FD7C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4E1A0-816C-2CA4-3081-21CD999BD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048AC-FD98-6BFE-B396-712FBE4E30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295DB-815E-4B07-2725-D46CF3D2433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28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83783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811E7-DBE0-B1D7-B217-BA3F3E915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3484B-D277-DC3E-94AF-7FEEA9706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D32F0-18FB-4507-1C33-8ED0D6D3BA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D0201-38CD-97FD-E38E-77E415AFB32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29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5536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B966-4DCC-BE98-8A83-86906032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C94E1-EB57-84E0-68ED-808CC15C9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EECE0-EAE2-CA06-701B-E53A18AFBE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A90D0-C75B-AB3A-0C7E-3D388223D2D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30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33150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038D-F515-B3B6-CAE0-8FB43ECB8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5C1D9-C9D0-A8FB-B80C-D7EAC8355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E74-A381-AFDC-0C27-39E0860759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BA703-97CB-8C01-7C79-9C746DAE115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31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08946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83928-5759-ECCF-368F-740279D07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AA14F-4654-7896-AB0A-CB26B6B78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3F91F-AB0B-E0A9-50A0-D6AD7CDD5FE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361E5-87AB-E747-DD4C-419C52417F2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32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20008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CC813-6A48-F83A-5699-DB16E582B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D0D66-4617-B02D-F61A-26DF159FC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C4ACA4-8A7D-2971-4ACF-467A34E95B5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24564-941A-19B0-D97E-D73172CC5E0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33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0882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6503-2CC1-1DF2-FAE6-A37A0E8B3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7EE89A-D85F-21C2-B4A4-5E26F4352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5B5F2-2584-3D0E-0C0F-B7F1676153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748BD-89C3-92A3-DFA4-06BEEA242F7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34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893261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8570-7B2C-D041-F886-DEC42C09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F9C0E-05A5-D633-267D-633588D6D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D28E2-2ABF-361E-9952-9A90CA547C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C69AD-7250-EBDF-B594-E5B31E1F85B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35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22347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8DE3-DA48-A077-507C-F34985FAB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83B83-23DE-606F-E99D-214F378DC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28820-59D5-3BAE-39FA-10E1CF31773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11EC5-B76F-DBFF-D953-5428395C50A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36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99754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C5295-EAF7-2899-B814-C2C451C6A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31B23-5B7B-7CAA-70C5-AA7A18C3982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D18E2-563F-2A04-F106-1C43DFD7E9C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6E27355-47A4-4E4A-887F-1E2EB49A287B}" type="slidenum">
              <a:t>37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59032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078348-8A24-D0F4-9216-30084ADA1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FB42A-6DA8-106D-D4F2-61374F0CF5A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C41B3-2665-7829-F8B3-57AF18323E2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3331DB8-E92B-490D-91C1-7F949FF0F3DB}" type="slidenum">
              <a:t>38</a:t>
            </a:fld>
            <a:endParaRPr lang="de-DE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98785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52FD4-6B4B-E138-0803-720773411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4F390-7BD3-1597-2E7A-EBE9524DD47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03F1D-415D-5FFD-A4A3-8CB39E33558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95D3D7A-5FAE-4224-96A1-1F8D199C69E6}" type="slidenum">
              <a:t>39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75005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3FCB2-768E-1DB1-EBF9-DA6A91C83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6B110E-13A7-6BEF-FE1B-F3FA911A76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4A8B5-D712-D212-FDE1-285BFFA1797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991E3BA-D39F-4487-BCD7-C7074CF42D1B}" type="slidenum">
              <a:t>40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9FE9C-49E3-B8B1-5069-5DDFB6E3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1C501-574D-D972-5EF1-5D141DE1A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D0C4C3-9418-FBFE-142A-34C5743124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C898E-803A-EE19-2B6F-9ED0757E3A3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991E3BA-D39F-4487-BCD7-C7074CF42D1B}" type="slidenum">
              <a:t>41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46632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343E-8DD4-9E01-EABE-5B6A05D4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86086-50ED-7173-2400-A8EB55A09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6CF0C-6B0E-4030-F91D-3EA08AF504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F4F4C-11CC-067D-CCDC-1C84AAA792C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14786A-4B1E-438E-9CBB-9DD948B27EA1}" type="slidenum">
              <a:t>43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411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39F32484-AC16-CD35-C570-B6A6B3298C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6279" y="4549770"/>
            <a:ext cx="9236034" cy="1639766"/>
          </a:xfrm>
        </p:spPr>
        <p:txBody>
          <a:bodyPr anchor="ctr"/>
          <a:lstStyle>
            <a:lvl1pPr>
              <a:defRPr sz="4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7EA1381B-CA8A-BE74-619F-1C02B19A71F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85378" y="4751094"/>
            <a:ext cx="1060704" cy="1225296"/>
          </a:xfrm>
        </p:spPr>
        <p:txBody>
          <a:bodyPr anchorCtr="1">
            <a:noAutofit/>
          </a:bodyPr>
          <a:lstStyle>
            <a:lvl1pPr marL="0" indent="0" algn="ctr">
              <a:buNone/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D2ECC9C7-E293-43AC-5FDE-F20F4C10A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0509" y="4436568"/>
            <a:ext cx="1870432" cy="1854339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40A1162-54F0-C100-D7BF-866F3DEB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492" y="4436568"/>
            <a:ext cx="11418890" cy="1854339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pic>
        <p:nvPicPr>
          <p:cNvPr id="6" name="Picture 2" descr="A black and white swirl">
            <a:extLst>
              <a:ext uri="{FF2B5EF4-FFF2-40B4-BE49-F238E27FC236}">
                <a16:creationId xmlns:a16="http://schemas.microsoft.com/office/drawing/2014/main" id="{869FC981-BC98-2A39-AF30-EF4957849F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3232" r="3232"/>
          <a:stretch>
            <a:fillRect/>
          </a:stretch>
        </p:blipFill>
        <p:spPr>
          <a:xfrm>
            <a:off x="0" y="0"/>
            <a:ext cx="12191996" cy="388143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6748956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28" descr="A black and white swirl">
            <a:extLst>
              <a:ext uri="{FF2B5EF4-FFF2-40B4-BE49-F238E27FC236}">
                <a16:creationId xmlns:a16="http://schemas.microsoft.com/office/drawing/2014/main" id="{2CDFD1DA-2D87-7DB7-B266-F3BCF8F17F0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4117" b="14117"/>
          <a:stretch>
            <a:fillRect/>
          </a:stretch>
        </p:blipFill>
        <p:spPr>
          <a:xfrm>
            <a:off x="8850313" y="-10049"/>
            <a:ext cx="3341683" cy="628809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9">
            <a:extLst>
              <a:ext uri="{FF2B5EF4-FFF2-40B4-BE49-F238E27FC236}">
                <a16:creationId xmlns:a16="http://schemas.microsoft.com/office/drawing/2014/main" id="{403649DF-CB6E-5580-28DC-21F43C23A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764" y="481559"/>
            <a:ext cx="5511326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A5D7CC02-394C-375A-6435-9144793E2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FFB0D70A-E894-6529-2D7C-F384BC9D23C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6410" y="1999628"/>
            <a:ext cx="7755922" cy="3416929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rgbClr val="FFFFFF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800">
                <a:solidFill>
                  <a:srgbClr val="FFFFFF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600">
                <a:solidFill>
                  <a:srgbClr val="FFFFFF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ADF800C-ED23-4349-E4BA-2589C732A39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Date Placeholder 31">
            <a:extLst>
              <a:ext uri="{FF2B5EF4-FFF2-40B4-BE49-F238E27FC236}">
                <a16:creationId xmlns:a16="http://schemas.microsoft.com/office/drawing/2014/main" id="{A9D5BDB5-5472-2549-9348-8AD9ABF3614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8" name="Footer Placeholder 30">
            <a:extLst>
              <a:ext uri="{FF2B5EF4-FFF2-40B4-BE49-F238E27FC236}">
                <a16:creationId xmlns:a16="http://schemas.microsoft.com/office/drawing/2014/main" id="{999D3013-C2EA-9BB9-CAA6-0A49D9C125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9" name="Slide Number Placeholder 32">
            <a:extLst>
              <a:ext uri="{FF2B5EF4-FFF2-40B4-BE49-F238E27FC236}">
                <a16:creationId xmlns:a16="http://schemas.microsoft.com/office/drawing/2014/main" id="{7002C30E-4C05-E26B-3C51-54EEE61BCC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20A3C90A-4BB1-497F-810D-CCAE12B75AD3}" type="slidenum">
              <a:t>‹Nr.›</a:t>
            </a:fld>
            <a:endParaRPr lang="en-US"/>
          </a:p>
        </p:txBody>
      </p:sp>
      <p:sp>
        <p:nvSpPr>
          <p:cNvPr id="10" name="Rectangle 23">
            <a:extLst>
              <a:ext uri="{FF2B5EF4-FFF2-40B4-BE49-F238E27FC236}">
                <a16:creationId xmlns:a16="http://schemas.microsoft.com/office/drawing/2014/main" id="{5E37D9E9-99C1-50AD-551C-12F596A0D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19139" y="481559"/>
            <a:ext cx="587509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42702283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E41AFAEE-59C9-FC05-A2AB-06D3F76F2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0" y="-8741"/>
            <a:ext cx="5543495" cy="6866741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7C938A-C232-BCB0-3AE1-B175A89F1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4" name="Rectangle 15">
            <a:extLst>
              <a:ext uri="{FF2B5EF4-FFF2-40B4-BE49-F238E27FC236}">
                <a16:creationId xmlns:a16="http://schemas.microsoft.com/office/drawing/2014/main" id="{D2913A07-8D04-AF21-AD64-4A4C1D1F4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492" y="45388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2395AA3B-DD6B-D9D1-5998-63C3E56D91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933" y="458690"/>
            <a:ext cx="5690713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BB02195-25B2-98D9-F7E8-2875551012A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922336" y="1587498"/>
            <a:ext cx="3703320" cy="4279392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2FD22D95-4061-F2B0-2ADA-DAD8BEC621A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96112" y="1552239"/>
            <a:ext cx="5689533" cy="3875373"/>
          </a:xfr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rgbClr val="FFFFFF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800">
                <a:solidFill>
                  <a:srgbClr val="FFFFFF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600">
                <a:solidFill>
                  <a:srgbClr val="FFFFFF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43E7D574-E0A0-EC44-2DDD-9EF22A42F94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9" name="Date Placeholder 31">
            <a:extLst>
              <a:ext uri="{FF2B5EF4-FFF2-40B4-BE49-F238E27FC236}">
                <a16:creationId xmlns:a16="http://schemas.microsoft.com/office/drawing/2014/main" id="{AD04CB86-01D1-4221-9946-4767095AE3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10" name="Footer Placeholder 30">
            <a:extLst>
              <a:ext uri="{FF2B5EF4-FFF2-40B4-BE49-F238E27FC236}">
                <a16:creationId xmlns:a16="http://schemas.microsoft.com/office/drawing/2014/main" id="{A0783B1D-8D1E-36A5-1738-70FF0C76BFF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11" name="Slide Number Placeholder 32">
            <a:extLst>
              <a:ext uri="{FF2B5EF4-FFF2-40B4-BE49-F238E27FC236}">
                <a16:creationId xmlns:a16="http://schemas.microsoft.com/office/drawing/2014/main" id="{3AEC50AB-2C9A-3F22-6E95-40593F4550C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88764CFE-2D00-4A37-AE75-95BAC2D70870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469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 black and white swirl">
            <a:extLst>
              <a:ext uri="{FF2B5EF4-FFF2-40B4-BE49-F238E27FC236}">
                <a16:creationId xmlns:a16="http://schemas.microsoft.com/office/drawing/2014/main" id="{D9C84BDA-41B8-E5C9-9EB4-68CD576187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3404" r="3404"/>
          <a:stretch>
            <a:fillRect/>
          </a:stretch>
        </p:blipFill>
        <p:spPr>
          <a:xfrm>
            <a:off x="0" y="1615964"/>
            <a:ext cx="12191996" cy="389613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9">
            <a:extLst>
              <a:ext uri="{FF2B5EF4-FFF2-40B4-BE49-F238E27FC236}">
                <a16:creationId xmlns:a16="http://schemas.microsoft.com/office/drawing/2014/main" id="{EBC214F1-F99A-BCB3-BF97-11B7BA1A1F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764" y="481559"/>
            <a:ext cx="5511326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057AA0D2-D145-FE17-8A60-76718DF17BE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95936" y="3175281"/>
            <a:ext cx="9340440" cy="3112928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4800" cap="all">
                <a:solidFill>
                  <a:srgbClr val="FFFFFF"/>
                </a:solidFill>
                <a:latin typeface="Impac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B01D39-DC14-151F-DB48-80CA4BED9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CA7AE8-808D-4C9E-3A88-4245D5E3A0C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Date Placeholder 31">
            <a:extLst>
              <a:ext uri="{FF2B5EF4-FFF2-40B4-BE49-F238E27FC236}">
                <a16:creationId xmlns:a16="http://schemas.microsoft.com/office/drawing/2014/main" id="{05FFCEF4-A8B5-060D-77FF-71EB3BDF28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8" name="Footer Placeholder 30">
            <a:extLst>
              <a:ext uri="{FF2B5EF4-FFF2-40B4-BE49-F238E27FC236}">
                <a16:creationId xmlns:a16="http://schemas.microsoft.com/office/drawing/2014/main" id="{69BE0359-F5ED-DCBB-5E48-2E476CC2CBB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9" name="Slide Number Placeholder 32">
            <a:extLst>
              <a:ext uri="{FF2B5EF4-FFF2-40B4-BE49-F238E27FC236}">
                <a16:creationId xmlns:a16="http://schemas.microsoft.com/office/drawing/2014/main" id="{29553DB9-B88A-29A5-C9DD-E511F36EAA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C1722DCC-DBDB-41E1-BD76-C037C4586083}" type="slidenum">
              <a:t>‹Nr.›</a:t>
            </a:fld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B9A9F37D-63B3-E209-7FCD-D5379D99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5591" y="47397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4054968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Image and Content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2">
            <a:extLst>
              <a:ext uri="{FF2B5EF4-FFF2-40B4-BE49-F238E27FC236}">
                <a16:creationId xmlns:a16="http://schemas.microsoft.com/office/drawing/2014/main" id="{A3CE2AF8-D41A-1CD8-20B7-7C3AE2D95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3" name="Rectangle 15">
            <a:extLst>
              <a:ext uri="{FF2B5EF4-FFF2-40B4-BE49-F238E27FC236}">
                <a16:creationId xmlns:a16="http://schemas.microsoft.com/office/drawing/2014/main" id="{36939E46-13DD-5394-3877-6F0BDD9B6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492" y="45388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5ACE86D-7E1E-24E0-BB80-A25CFE36E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933" y="458690"/>
            <a:ext cx="5690713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0514A4D1-DED5-B047-A6C1-79A726444C71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837270" y="1840376"/>
            <a:ext cx="4206240" cy="3639312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0C7CF594-275E-25DA-BB93-E569F29C741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96112" y="1652713"/>
            <a:ext cx="5689533" cy="3875373"/>
          </a:xfrm>
        </p:spPr>
        <p:txBody>
          <a:bodyPr anchor="ctr"/>
          <a:lstStyle>
            <a:lvl1pPr>
              <a:lnSpc>
                <a:spcPct val="150000"/>
              </a:lnSpc>
              <a:buClr>
                <a:srgbClr val="FFFFFF"/>
              </a:buClr>
              <a:defRPr sz="2400">
                <a:solidFill>
                  <a:srgbClr val="FFFFFF"/>
                </a:solidFill>
              </a:defRPr>
            </a:lvl1pPr>
            <a:lvl2pPr marL="800100" indent="-342900"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2000">
                <a:solidFill>
                  <a:srgbClr val="FFFFFF"/>
                </a:solidFill>
              </a:defRPr>
            </a:lvl2pPr>
            <a:lvl3pPr marL="1200150" indent="-285750">
              <a:lnSpc>
                <a:spcPct val="150000"/>
              </a:lnSpc>
              <a:buClr>
                <a:srgbClr val="FFFFFF"/>
              </a:buClr>
              <a:defRPr sz="1800">
                <a:solidFill>
                  <a:srgbClr val="FFFFFF"/>
                </a:solidFill>
              </a:defRPr>
            </a:lvl3pPr>
            <a:lvl4pPr marL="1657350" indent="-285750"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4pPr>
            <a:lvl5pPr marL="2114549" indent="-285750">
              <a:lnSpc>
                <a:spcPct val="150000"/>
              </a:lnSpc>
              <a:buClr>
                <a:srgbClr val="FFFFFF"/>
              </a:buCl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A4080A7-B730-5F68-F758-DD686E63C61C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Date Placeholder 31">
            <a:extLst>
              <a:ext uri="{FF2B5EF4-FFF2-40B4-BE49-F238E27FC236}">
                <a16:creationId xmlns:a16="http://schemas.microsoft.com/office/drawing/2014/main" id="{BC8C3DF6-E517-9401-47D5-08B1C4A7DF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9" name="Footer Placeholder 30">
            <a:extLst>
              <a:ext uri="{FF2B5EF4-FFF2-40B4-BE49-F238E27FC236}">
                <a16:creationId xmlns:a16="http://schemas.microsoft.com/office/drawing/2014/main" id="{F0B382BB-4976-D579-6DE6-4B1B4395D4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10" name="Slide Number Placeholder 32">
            <a:extLst>
              <a:ext uri="{FF2B5EF4-FFF2-40B4-BE49-F238E27FC236}">
                <a16:creationId xmlns:a16="http://schemas.microsoft.com/office/drawing/2014/main" id="{ADFB4A98-858E-724A-BE38-DF62421229B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62DBA0A1-86D9-4713-B0A5-F7C562AF8D3A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034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B701645-FD4C-F767-609A-062101796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9626"/>
          <a:stretch>
            <a:fillRect/>
          </a:stretch>
        </p:blipFill>
        <p:spPr>
          <a:xfrm>
            <a:off x="0" y="7955"/>
            <a:ext cx="12191996" cy="5512103"/>
          </a:xfrm>
          <a:prstGeom prst="rect">
            <a:avLst/>
          </a:prstGeom>
          <a:noFill/>
          <a:ln cap="flat">
            <a:noFill/>
          </a:ln>
        </p:spPr>
      </p:pic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07D492E9-140C-134A-D17B-7CCEFBC6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436049"/>
            <a:ext cx="11327734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4" name="Title 17">
            <a:extLst>
              <a:ext uri="{FF2B5EF4-FFF2-40B4-BE49-F238E27FC236}">
                <a16:creationId xmlns:a16="http://schemas.microsoft.com/office/drawing/2014/main" id="{5F6D72C7-3BA8-DDB6-3F2C-5A76583F57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410" y="1148724"/>
            <a:ext cx="4769711" cy="4754880"/>
          </a:xfrm>
        </p:spPr>
        <p:txBody>
          <a:bodyPr anchor="b"/>
          <a:lstStyle>
            <a:lvl1pPr>
              <a:defRPr sz="4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:a16="http://schemas.microsoft.com/office/drawing/2014/main" id="{677B3146-596E-6F98-6F41-225F65B4340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5232260" y="1008052"/>
            <a:ext cx="5833872" cy="5047488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cxnSp>
        <p:nvCxnSpPr>
          <p:cNvPr id="6" name="Straight Connector 2">
            <a:extLst>
              <a:ext uri="{FF2B5EF4-FFF2-40B4-BE49-F238E27FC236}">
                <a16:creationId xmlns:a16="http://schemas.microsoft.com/office/drawing/2014/main" id="{1DA2D4FB-A8F7-5C3C-37FE-2DB5FC57F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EF0635F-2FD0-51BB-12AA-9EF2C4FE85A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Date Placeholder 31">
            <a:extLst>
              <a:ext uri="{FF2B5EF4-FFF2-40B4-BE49-F238E27FC236}">
                <a16:creationId xmlns:a16="http://schemas.microsoft.com/office/drawing/2014/main" id="{F3C51575-95DC-9C5B-C6D6-0EE6085B759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9" name="Footer Placeholder 30">
            <a:extLst>
              <a:ext uri="{FF2B5EF4-FFF2-40B4-BE49-F238E27FC236}">
                <a16:creationId xmlns:a16="http://schemas.microsoft.com/office/drawing/2014/main" id="{C1966FFD-1C0C-7495-9F90-A2F47B1CA38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10" name="Slide Number Placeholder 32">
            <a:extLst>
              <a:ext uri="{FF2B5EF4-FFF2-40B4-BE49-F238E27FC236}">
                <a16:creationId xmlns:a16="http://schemas.microsoft.com/office/drawing/2014/main" id="{4BF2C9C1-0D53-9F07-68ED-B461570379E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0A03AC42-81BE-41F4-8C1C-EF065C87976D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346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2 Column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0BADCA24-DE71-2F24-D637-CBB2AB9EA8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764" y="481559"/>
            <a:ext cx="5511326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Content Placeholder 11">
            <a:extLst>
              <a:ext uri="{FF2B5EF4-FFF2-40B4-BE49-F238E27FC236}">
                <a16:creationId xmlns:a16="http://schemas.microsoft.com/office/drawing/2014/main" id="{3036D294-89F6-8900-DBE6-34658E4084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49263" y="2076053"/>
            <a:ext cx="5459416" cy="3403177"/>
          </a:xfrm>
        </p:spPr>
        <p:txBody>
          <a:bodyPr tIns="0"/>
          <a:lstStyle>
            <a:lvl1pPr>
              <a:lnSpc>
                <a:spcPct val="150000"/>
              </a:lnSpc>
              <a:buClr>
                <a:srgbClr val="FFFFFF"/>
              </a:buClr>
              <a:defRPr sz="2400">
                <a:solidFill>
                  <a:srgbClr val="FFFFFF"/>
                </a:solidFill>
              </a:defRPr>
            </a:lvl1pPr>
            <a:lvl2pPr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2000">
                <a:solidFill>
                  <a:srgbClr val="FFFFFF"/>
                </a:solidFill>
              </a:defRPr>
            </a:lvl2pPr>
            <a:lvl3pPr>
              <a:lnSpc>
                <a:spcPct val="150000"/>
              </a:lnSpc>
              <a:buClr>
                <a:srgbClr val="FFFFFF"/>
              </a:buClr>
              <a:defRPr sz="1800">
                <a:solidFill>
                  <a:srgbClr val="FFFFFF"/>
                </a:solidFill>
              </a:defRPr>
            </a:lvl3pPr>
            <a:lvl4pPr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4pPr>
            <a:lvl5pPr>
              <a:lnSpc>
                <a:spcPct val="150000"/>
              </a:lnSpc>
              <a:buClr>
                <a:srgbClr val="FFFFFF"/>
              </a:buCl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B657DBAA-93DB-7E56-A772-9740DEDCAEC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14374" y="2076053"/>
            <a:ext cx="5799856" cy="3403177"/>
          </a:xfrm>
        </p:spPr>
        <p:txBody>
          <a:bodyPr tIns="0"/>
          <a:lstStyle>
            <a:lvl1pPr>
              <a:lnSpc>
                <a:spcPct val="150000"/>
              </a:lnSpc>
              <a:buClr>
                <a:srgbClr val="FFFFFF"/>
              </a:buClr>
              <a:defRPr sz="2400">
                <a:solidFill>
                  <a:srgbClr val="FFFFFF"/>
                </a:solidFill>
              </a:defRPr>
            </a:lvl1pPr>
            <a:lvl2pPr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2000">
                <a:solidFill>
                  <a:srgbClr val="FFFFFF"/>
                </a:solidFill>
              </a:defRPr>
            </a:lvl2pPr>
            <a:lvl3pPr>
              <a:lnSpc>
                <a:spcPct val="150000"/>
              </a:lnSpc>
              <a:buClr>
                <a:srgbClr val="FFFFFF"/>
              </a:buClr>
              <a:defRPr sz="1800">
                <a:solidFill>
                  <a:srgbClr val="FFFFFF"/>
                </a:solidFill>
              </a:defRPr>
            </a:lvl3pPr>
            <a:lvl4pPr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4pPr>
            <a:lvl5pPr>
              <a:lnSpc>
                <a:spcPct val="150000"/>
              </a:lnSpc>
              <a:buClr>
                <a:srgbClr val="FFFFFF"/>
              </a:buCl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555184-0CFF-E61F-63D5-3D45D004A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082A5E8-34A6-ADFA-901A-36C3DAFDF949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7" name="Date Placeholder 31">
            <a:extLst>
              <a:ext uri="{FF2B5EF4-FFF2-40B4-BE49-F238E27FC236}">
                <a16:creationId xmlns:a16="http://schemas.microsoft.com/office/drawing/2014/main" id="{FEB3B0F0-55E6-98A2-BA4E-4521D8CDCF2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8" name="Footer Placeholder 30">
            <a:extLst>
              <a:ext uri="{FF2B5EF4-FFF2-40B4-BE49-F238E27FC236}">
                <a16:creationId xmlns:a16="http://schemas.microsoft.com/office/drawing/2014/main" id="{E2F8C3B0-3FFB-9E4A-33F3-E7197AC27FD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9" name="Slide Number Placeholder 32">
            <a:extLst>
              <a:ext uri="{FF2B5EF4-FFF2-40B4-BE49-F238E27FC236}">
                <a16:creationId xmlns:a16="http://schemas.microsoft.com/office/drawing/2014/main" id="{BE0146EA-E7C7-C90C-8E74-8100CE9528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6E526AC6-9AAA-4C77-819E-49681451DE66}" type="slidenum">
              <a:t>‹Nr.›</a:t>
            </a:fld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E46DBB5D-D084-2875-9DFA-F984619B3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5591" y="47397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990434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2 Columns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E784FA-B2E7-7527-CA2D-2C7422808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385492" y="0"/>
            <a:ext cx="11418880" cy="147812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9">
            <a:extLst>
              <a:ext uri="{FF2B5EF4-FFF2-40B4-BE49-F238E27FC236}">
                <a16:creationId xmlns:a16="http://schemas.microsoft.com/office/drawing/2014/main" id="{BD48A07E-77C5-C9C8-AD0A-F1B14AF6C0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764" y="481559"/>
            <a:ext cx="5511326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47FF2BC4-25EF-5D63-3980-82AE2562880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49263" y="2076053"/>
            <a:ext cx="5459416" cy="3403177"/>
          </a:xfrm>
        </p:spPr>
        <p:txBody>
          <a:bodyPr tIns="0"/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800">
                <a:solidFill>
                  <a:srgbClr val="FFFFFF"/>
                </a:solidFill>
              </a:defRPr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400">
                <a:solidFill>
                  <a:srgbClr val="FFFFFF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 pitchFamily="34"/>
              <a:buChar char="•"/>
              <a:defRPr sz="1200">
                <a:solidFill>
                  <a:srgbClr val="FFFFFF"/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028D6D05-C555-C29F-897B-0627AC12951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14374" y="2076053"/>
            <a:ext cx="5799856" cy="3403177"/>
          </a:xfrm>
        </p:spPr>
        <p:txBody>
          <a:bodyPr tIns="0"/>
          <a:lstStyle>
            <a:lvl1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800">
                <a:solidFill>
                  <a:srgbClr val="FFFFFF"/>
                </a:solidFill>
              </a:defRPr>
            </a:lvl1pPr>
            <a:lvl2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2pPr>
            <a:lvl3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400">
                <a:solidFill>
                  <a:srgbClr val="FFFFFF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 pitchFamily="34"/>
              <a:buChar char="•"/>
              <a:defRPr sz="1200">
                <a:solidFill>
                  <a:srgbClr val="FFFFFF"/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8BE51D86-013D-0606-31C7-87D3F9322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0DF8895-FCA3-F8EF-CA45-F0D8059846A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Date Placeholder 31">
            <a:extLst>
              <a:ext uri="{FF2B5EF4-FFF2-40B4-BE49-F238E27FC236}">
                <a16:creationId xmlns:a16="http://schemas.microsoft.com/office/drawing/2014/main" id="{98CB8A9B-2BEC-97BE-B667-26A7D70E61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9" name="Footer Placeholder 30">
            <a:extLst>
              <a:ext uri="{FF2B5EF4-FFF2-40B4-BE49-F238E27FC236}">
                <a16:creationId xmlns:a16="http://schemas.microsoft.com/office/drawing/2014/main" id="{C21113FB-AFD3-7C77-0C6E-66671F5BAD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10" name="Slide Number Placeholder 32">
            <a:extLst>
              <a:ext uri="{FF2B5EF4-FFF2-40B4-BE49-F238E27FC236}">
                <a16:creationId xmlns:a16="http://schemas.microsoft.com/office/drawing/2014/main" id="{C8049A4B-5ECC-675F-978F-40DBAD64B7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A95FDF46-FF95-4F98-869C-651995256DBC}" type="slidenum">
              <a:t>‹Nr.›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86AFF1-9BA5-2920-6A02-C250356E5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5591" y="47397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9715419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2 Columns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01D02B2-1F12-9FEB-2CBE-5CF3BEBEA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5478444" y="-8741"/>
            <a:ext cx="6713552" cy="686674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9">
            <a:extLst>
              <a:ext uri="{FF2B5EF4-FFF2-40B4-BE49-F238E27FC236}">
                <a16:creationId xmlns:a16="http://schemas.microsoft.com/office/drawing/2014/main" id="{0A1385E8-AACE-0056-93E1-A618F6B3A1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764" y="481559"/>
            <a:ext cx="5511326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53C4DF5D-E3E3-81A4-EF2E-481930CEA89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05591" y="1690570"/>
            <a:ext cx="4558293" cy="3988859"/>
          </a:xfrm>
        </p:spPr>
        <p:txBody>
          <a:bodyPr tIns="0" anchor="ctr"/>
          <a:lstStyle>
            <a:lvl1pPr>
              <a:lnSpc>
                <a:spcPct val="150000"/>
              </a:lnSpc>
              <a:buClr>
                <a:srgbClr val="FFFFFF"/>
              </a:buClr>
              <a:defRPr sz="2400">
                <a:solidFill>
                  <a:srgbClr val="FFFFFF"/>
                </a:solidFill>
              </a:defRPr>
            </a:lvl1pPr>
            <a:lvl2pPr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2000">
                <a:solidFill>
                  <a:srgbClr val="FFFFFF"/>
                </a:solidFill>
              </a:defRPr>
            </a:lvl2pPr>
            <a:lvl3pPr>
              <a:lnSpc>
                <a:spcPct val="150000"/>
              </a:lnSpc>
              <a:buClr>
                <a:srgbClr val="FFFFFF"/>
              </a:buClr>
              <a:defRPr sz="1800">
                <a:solidFill>
                  <a:srgbClr val="FFFFFF"/>
                </a:solidFill>
              </a:defRPr>
            </a:lvl3pPr>
            <a:lvl4pPr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4pPr>
            <a:lvl5pPr>
              <a:lnSpc>
                <a:spcPct val="150000"/>
              </a:lnSpc>
              <a:buClr>
                <a:srgbClr val="FFFFFF"/>
              </a:buCl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4FD3DA7D-5814-43E6-E27D-D6EC196B499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08679" y="1690570"/>
            <a:ext cx="5895511" cy="3988859"/>
          </a:xfrm>
        </p:spPr>
        <p:txBody>
          <a:bodyPr tIns="0"/>
          <a:lstStyle>
            <a:lvl1pPr>
              <a:lnSpc>
                <a:spcPct val="150000"/>
              </a:lnSpc>
              <a:buClr>
                <a:srgbClr val="FFFFFF"/>
              </a:buClr>
              <a:defRPr sz="2400">
                <a:solidFill>
                  <a:srgbClr val="FFFFFF"/>
                </a:solidFill>
              </a:defRPr>
            </a:lvl1pPr>
            <a:lvl2pPr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2000">
                <a:solidFill>
                  <a:srgbClr val="FFFFFF"/>
                </a:solidFill>
              </a:defRPr>
            </a:lvl2pPr>
            <a:lvl3pPr>
              <a:lnSpc>
                <a:spcPct val="150000"/>
              </a:lnSpc>
              <a:buClr>
                <a:srgbClr val="FFFFFF"/>
              </a:buClr>
              <a:defRPr sz="1800">
                <a:solidFill>
                  <a:srgbClr val="FFFFFF"/>
                </a:solidFill>
              </a:defRPr>
            </a:lvl3pPr>
            <a:lvl4pPr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4pPr>
            <a:lvl5pPr>
              <a:lnSpc>
                <a:spcPct val="150000"/>
              </a:lnSpc>
              <a:buClr>
                <a:srgbClr val="FFFFFF"/>
              </a:buCl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3621FF31-6C2E-14D5-48DA-6F76F83A8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ABA5EC7-4DCC-C14E-EA78-EB2FB294CC5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Date Placeholder 31">
            <a:extLst>
              <a:ext uri="{FF2B5EF4-FFF2-40B4-BE49-F238E27FC236}">
                <a16:creationId xmlns:a16="http://schemas.microsoft.com/office/drawing/2014/main" id="{942296B7-962C-EB2D-353E-65C39FF03FA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9" name="Footer Placeholder 30">
            <a:extLst>
              <a:ext uri="{FF2B5EF4-FFF2-40B4-BE49-F238E27FC236}">
                <a16:creationId xmlns:a16="http://schemas.microsoft.com/office/drawing/2014/main" id="{79227E94-1253-F418-F725-6DBA78A1B4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10" name="Slide Number Placeholder 32">
            <a:extLst>
              <a:ext uri="{FF2B5EF4-FFF2-40B4-BE49-F238E27FC236}">
                <a16:creationId xmlns:a16="http://schemas.microsoft.com/office/drawing/2014/main" id="{724F9482-DF11-FA14-167F-61480CFFE0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F64A4819-7B46-4249-80DA-15643F0937BB}" type="slidenum">
              <a:t>‹Nr.›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48065-5166-B403-B173-1A958B8E5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5591" y="47397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978818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Image and Content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41D4F160-48B4-B084-5843-E2101D57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0" y="-8741"/>
            <a:ext cx="5911248" cy="686674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9">
            <a:extLst>
              <a:ext uri="{FF2B5EF4-FFF2-40B4-BE49-F238E27FC236}">
                <a16:creationId xmlns:a16="http://schemas.microsoft.com/office/drawing/2014/main" id="{844FD545-AC7E-A903-EF8B-9F43BD7C7E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4933" y="458690"/>
            <a:ext cx="5690713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64AC5EF9-B466-95B9-A97F-932DAC8BB78D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395807" y="1642536"/>
            <a:ext cx="5076821" cy="3678238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table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A0E6805C-7E42-038B-C773-249F344B078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86063" y="1642536"/>
            <a:ext cx="5699583" cy="3673089"/>
          </a:xfrm>
        </p:spPr>
        <p:txBody>
          <a:bodyPr anchor="ctr"/>
          <a:lstStyle>
            <a:lvl1pPr>
              <a:lnSpc>
                <a:spcPct val="150000"/>
              </a:lnSpc>
              <a:buClr>
                <a:srgbClr val="FFFFFF"/>
              </a:buClr>
              <a:defRPr sz="1800">
                <a:solidFill>
                  <a:srgbClr val="FFFFFF"/>
                </a:solidFill>
              </a:defRPr>
            </a:lvl1pPr>
            <a:lvl2pPr marL="800100" indent="-342900"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>
                <a:solidFill>
                  <a:srgbClr val="FFFFFF"/>
                </a:solidFill>
              </a:defRPr>
            </a:lvl2pPr>
            <a:lvl3pPr marL="1200150" indent="-285750">
              <a:lnSpc>
                <a:spcPct val="150000"/>
              </a:lnSpc>
              <a:buClr>
                <a:srgbClr val="FFFFFF"/>
              </a:buClr>
              <a:defRPr sz="1800">
                <a:solidFill>
                  <a:srgbClr val="FFFFFF"/>
                </a:solidFill>
              </a:defRPr>
            </a:lvl3pPr>
            <a:lvl4pPr marL="1657350" indent="-285750">
              <a:lnSpc>
                <a:spcPct val="150000"/>
              </a:lnSpc>
              <a:buClr>
                <a:srgbClr val="FFFFFF"/>
              </a:buClr>
              <a:buFont typeface="Arial" pitchFamily="34"/>
              <a:buChar char="•"/>
              <a:defRPr sz="1800">
                <a:solidFill>
                  <a:srgbClr val="FFFFFF"/>
                </a:solidFill>
              </a:defRPr>
            </a:lvl4pPr>
            <a:lvl5pPr marL="2114549" indent="-285750">
              <a:lnSpc>
                <a:spcPct val="150000"/>
              </a:lnSpc>
              <a:buClr>
                <a:srgbClr val="FFFFFF"/>
              </a:buClr>
              <a:defRPr sz="18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2">
            <a:extLst>
              <a:ext uri="{FF2B5EF4-FFF2-40B4-BE49-F238E27FC236}">
                <a16:creationId xmlns:a16="http://schemas.microsoft.com/office/drawing/2014/main" id="{BF72EA21-3A1B-6DB4-FE74-AA8D02C49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E39F377-9825-34F6-9BBD-3FB0A8119F06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F3646F36-29C4-1353-78EC-6E435857F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492" y="45388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sp>
        <p:nvSpPr>
          <p:cNvPr id="9" name="Date Placeholder 31">
            <a:extLst>
              <a:ext uri="{FF2B5EF4-FFF2-40B4-BE49-F238E27FC236}">
                <a16:creationId xmlns:a16="http://schemas.microsoft.com/office/drawing/2014/main" id="{7EFCC7EE-04F0-72EB-1320-6D5B61BF8DA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10" name="Footer Placeholder 30">
            <a:extLst>
              <a:ext uri="{FF2B5EF4-FFF2-40B4-BE49-F238E27FC236}">
                <a16:creationId xmlns:a16="http://schemas.microsoft.com/office/drawing/2014/main" id="{7C89C38E-177B-4B77-00A6-DC0F315ADC1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11" name="Slide Number Placeholder 32">
            <a:extLst>
              <a:ext uri="{FF2B5EF4-FFF2-40B4-BE49-F238E27FC236}">
                <a16:creationId xmlns:a16="http://schemas.microsoft.com/office/drawing/2014/main" id="{3BB0D79E-238A-9387-74FB-8AAA2AF345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BBC508B5-4616-42F4-BE2B-D1EC1E035612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28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Tab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6E3BD9A8-8D39-8B02-75A6-99CB273F0D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764" y="481559"/>
            <a:ext cx="5511326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able Placeholder 13">
            <a:extLst>
              <a:ext uri="{FF2B5EF4-FFF2-40B4-BE49-F238E27FC236}">
                <a16:creationId xmlns:a16="http://schemas.microsoft.com/office/drawing/2014/main" id="{65A075B4-CA0A-D577-7003-9F92B45DD19E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396877" y="1627183"/>
            <a:ext cx="11391896" cy="3678238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table</a:t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4A6E5BFC-7422-ABFA-E3EC-996C69E30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B1A7817-4CC5-2D1F-68AE-BB70FD2EC7C0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6" name="Date Placeholder 31">
            <a:extLst>
              <a:ext uri="{FF2B5EF4-FFF2-40B4-BE49-F238E27FC236}">
                <a16:creationId xmlns:a16="http://schemas.microsoft.com/office/drawing/2014/main" id="{7A1A3830-2EC4-6F60-77DA-B2E27FE1749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7" name="Footer Placeholder 30">
            <a:extLst>
              <a:ext uri="{FF2B5EF4-FFF2-40B4-BE49-F238E27FC236}">
                <a16:creationId xmlns:a16="http://schemas.microsoft.com/office/drawing/2014/main" id="{ADD8F05A-B02D-1F9E-289B-2EE90230855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8" name="Slide Number Placeholder 32">
            <a:extLst>
              <a:ext uri="{FF2B5EF4-FFF2-40B4-BE49-F238E27FC236}">
                <a16:creationId xmlns:a16="http://schemas.microsoft.com/office/drawing/2014/main" id="{00B9E5C1-9C0E-9E4E-E8BD-EFABC377127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C4A872C0-4695-4E7D-BB81-7CE9BD138D34}" type="slidenum">
              <a:t>‹Nr.›</a:t>
            </a:fld>
            <a:endParaRPr lang="en-US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D1549DD6-8D43-2BF1-FAE4-21B756D1E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5591" y="47397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57263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2 Content Below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D4549D19-FDAF-59B3-F4DA-02AC6E686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10432115" y="0"/>
            <a:ext cx="1759890" cy="628820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9">
            <a:extLst>
              <a:ext uri="{FF2B5EF4-FFF2-40B4-BE49-F238E27FC236}">
                <a16:creationId xmlns:a16="http://schemas.microsoft.com/office/drawing/2014/main" id="{C74D4DD9-13CF-F49E-3175-94FBBA30A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764" y="481559"/>
            <a:ext cx="5511326" cy="577964"/>
          </a:xfrm>
          <a:ln w="12701">
            <a:solidFill>
              <a:srgbClr val="FFFFFF"/>
            </a:solidFill>
            <a:prstDash val="solid"/>
          </a:ln>
        </p:spPr>
        <p:txBody>
          <a:bodyPr lIns="182880" anchor="ctr"/>
          <a:lstStyle>
            <a:lvl1pPr>
              <a:defRPr sz="18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12B1B288-46EC-559B-E376-F34904C1708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5100" y="1436879"/>
            <a:ext cx="8851904" cy="2188433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800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400">
                <a:solidFill>
                  <a:srgbClr val="FFFFFF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 pitchFamily="34"/>
              <a:buChar char="•"/>
              <a:defRPr sz="1200">
                <a:solidFill>
                  <a:srgbClr val="FFFFFF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EEC7DF4F-66E4-EB81-BFB4-B4A46079657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5100" y="3974366"/>
            <a:ext cx="8851904" cy="2188433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800">
                <a:solidFill>
                  <a:srgbClr val="FFFFFF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 pitchFamily="34"/>
              <a:buChar char="•"/>
              <a:defRPr sz="1600">
                <a:solidFill>
                  <a:srgbClr val="FFFFFF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400">
                <a:solidFill>
                  <a:srgbClr val="FFFFFF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Font typeface="Arial" pitchFamily="34"/>
              <a:buChar char="•"/>
              <a:defRPr sz="1200">
                <a:solidFill>
                  <a:srgbClr val="FFFFFF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6A1948EF-8BFD-A577-078E-C473D42BE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96410" y="6288209"/>
            <a:ext cx="10411285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5E79DBA4-74B2-335B-7C45-0447FD6CB0EB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11158322" y="5764734"/>
            <a:ext cx="630936" cy="731520"/>
          </a:xfrm>
        </p:spPr>
        <p:txBody>
          <a:bodyPr lIns="0" tIns="0" rIns="0" anchorCtr="1">
            <a:noAutofit/>
          </a:bodyPr>
          <a:lstStyle>
            <a:lvl1pPr marL="0" indent="0" algn="ctr"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Date Placeholder 31">
            <a:extLst>
              <a:ext uri="{FF2B5EF4-FFF2-40B4-BE49-F238E27FC236}">
                <a16:creationId xmlns:a16="http://schemas.microsoft.com/office/drawing/2014/main" id="{A3A33E5E-09B2-BFCA-E821-088D4822CBB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9" name="Footer Placeholder 30">
            <a:extLst>
              <a:ext uri="{FF2B5EF4-FFF2-40B4-BE49-F238E27FC236}">
                <a16:creationId xmlns:a16="http://schemas.microsoft.com/office/drawing/2014/main" id="{430AC705-3647-A9BF-46C6-F16BEEFE23A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 cap="all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10" name="Slide Number Placeholder 32">
            <a:extLst>
              <a:ext uri="{FF2B5EF4-FFF2-40B4-BE49-F238E27FC236}">
                <a16:creationId xmlns:a16="http://schemas.microsoft.com/office/drawing/2014/main" id="{646FEAE9-843A-2375-A87C-A08FB2259B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6CBE2423-C249-4917-A24B-9A42FA9C4BB5}" type="slidenum">
              <a:t>‹Nr.›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75FEEB-58CE-0EAE-9D53-FF04C8A85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5591" y="473979"/>
            <a:ext cx="11400153" cy="577964"/>
          </a:xfrm>
          <a:prstGeom prst="rect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Gill Sans MT"/>
            </a:endParaRPr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70315CE9-1920-C8C8-2ECB-6B95E1CFC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01394" y="3735022"/>
            <a:ext cx="8718749" cy="0"/>
          </a:xfrm>
          <a:prstGeom prst="straightConnector1">
            <a:avLst/>
          </a:prstGeom>
          <a:noFill/>
          <a:ln w="12701" cap="flat">
            <a:solidFill>
              <a:srgbClr val="FFFFFF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4540278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E4E9D41-B7E6-5BF5-8A7C-F077A52BF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379704" y="0"/>
            <a:ext cx="7858600" cy="6858000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FE17D45-D4E2-91D1-9D08-D2E60E159243}"/>
              </a:ext>
            </a:extLst>
          </p:cNvPr>
          <p:cNvGrpSpPr/>
          <p:nvPr/>
        </p:nvGrpSpPr>
        <p:grpSpPr>
          <a:xfrm>
            <a:off x="380509" y="3809271"/>
            <a:ext cx="11423873" cy="1854339"/>
            <a:chOff x="380509" y="3809271"/>
            <a:chExt cx="11423873" cy="185433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3598A0E-4C3C-F309-E996-F3E6F3DBCA33}"/>
                </a:ext>
              </a:extLst>
            </p:cNvPr>
            <p:cNvSpPr/>
            <p:nvPr/>
          </p:nvSpPr>
          <p:spPr>
            <a:xfrm>
              <a:off x="385492" y="3809271"/>
              <a:ext cx="11418890" cy="1854339"/>
            </a:xfrm>
            <a:prstGeom prst="rect">
              <a:avLst/>
            </a:prstGeom>
            <a:noFill/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1B594D51-8DCE-4217-57FD-A0B7DB3D55E7}"/>
                </a:ext>
              </a:extLst>
            </p:cNvPr>
            <p:cNvSpPr/>
            <p:nvPr/>
          </p:nvSpPr>
          <p:spPr>
            <a:xfrm>
              <a:off x="380509" y="3809271"/>
              <a:ext cx="1870432" cy="1854339"/>
            </a:xfrm>
            <a:prstGeom prst="rect">
              <a:avLst/>
            </a:prstGeom>
            <a:noFill/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Gill Sans MT"/>
              </a:endParaRPr>
            </a:p>
          </p:txBody>
        </p:sp>
      </p:grpSp>
      <p:sp>
        <p:nvSpPr>
          <p:cNvPr id="6" name="Title 13">
            <a:extLst>
              <a:ext uri="{FF2B5EF4-FFF2-40B4-BE49-F238E27FC236}">
                <a16:creationId xmlns:a16="http://schemas.microsoft.com/office/drawing/2014/main" id="{41BF5427-7DA2-00B3-F53B-6F14FA5EC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36895" y="3875355"/>
            <a:ext cx="5901409" cy="1722757"/>
          </a:xfrm>
        </p:spPr>
        <p:txBody>
          <a:bodyPr anchor="ctr">
            <a:noAutofit/>
          </a:bodyPr>
          <a:lstStyle>
            <a:lvl1pPr>
              <a:defRPr sz="40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4B24B3F4-C5BE-97AB-22AD-96DF162C92A3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785378" y="4133965"/>
            <a:ext cx="1060704" cy="1225296"/>
          </a:xfrm>
        </p:spPr>
        <p:txBody>
          <a:bodyPr anchorCtr="1"/>
          <a:lstStyle>
            <a:lvl1pPr marL="0" indent="0" algn="ctr"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18FB159F-C117-D4E8-228A-DC4E28C657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480429" y="3875090"/>
            <a:ext cx="2925759" cy="1722436"/>
          </a:xfrm>
        </p:spPr>
        <p:txBody>
          <a:bodyPr anchor="ctr"/>
          <a:lstStyle>
            <a:lvl1pPr marL="0" indent="0" algn="r">
              <a:buNone/>
              <a:defRPr sz="1800" cap="all">
                <a:solidFill>
                  <a:srgbClr val="FFFFFF"/>
                </a:solidFill>
                <a:latin typeface="Impact"/>
              </a:defRPr>
            </a:lvl1pPr>
            <a:lvl2pPr marL="457200" indent="0" algn="r">
              <a:buNone/>
              <a:defRPr sz="1600" cap="all">
                <a:solidFill>
                  <a:srgbClr val="FFFFFF"/>
                </a:solidFill>
                <a:latin typeface="Impact"/>
              </a:defRPr>
            </a:lvl2pPr>
            <a:lvl3pPr marL="914400" indent="0" algn="r">
              <a:buNone/>
              <a:defRPr sz="1400" cap="all">
                <a:solidFill>
                  <a:srgbClr val="FFFFFF"/>
                </a:solidFill>
                <a:latin typeface="Impac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30">
            <a:extLst>
              <a:ext uri="{FF2B5EF4-FFF2-40B4-BE49-F238E27FC236}">
                <a16:creationId xmlns:a16="http://schemas.microsoft.com/office/drawing/2014/main" id="{5B17287B-58A6-6D99-50E7-CE9EFAF89EF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4037533" y="6375681"/>
            <a:ext cx="4114800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10" name="Date Placeholder 31">
            <a:extLst>
              <a:ext uri="{FF2B5EF4-FFF2-40B4-BE49-F238E27FC236}">
                <a16:creationId xmlns:a16="http://schemas.microsoft.com/office/drawing/2014/main" id="{0E9307DD-D857-9BCB-4B60-D0F3019FF2D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248479" y="6375681"/>
            <a:ext cx="2329717" cy="348459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11" name="Slide Number Placeholder 32">
            <a:extLst>
              <a:ext uri="{FF2B5EF4-FFF2-40B4-BE49-F238E27FC236}">
                <a16:creationId xmlns:a16="http://schemas.microsoft.com/office/drawing/2014/main" id="{CACAD09C-C432-04DF-97FC-8C6E9966FC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9484513" y="6375681"/>
            <a:ext cx="2329726" cy="345798"/>
          </a:xfrm>
        </p:spPr>
        <p:txBody>
          <a:bodyPr/>
          <a:lstStyle>
            <a:lvl1pPr>
              <a:defRPr sz="1000">
                <a:solidFill>
                  <a:srgbClr val="F3F3F2"/>
                </a:solidFill>
              </a:defRPr>
            </a:lvl1pPr>
          </a:lstStyle>
          <a:p>
            <a:pPr lvl="0"/>
            <a:fld id="{5DA9D436-A8B4-43D6-96B2-F89E618E90D6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212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3C9C-CAD7-1F79-D138-599D9E63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E4ECB-D1E1-DBA7-79A6-88B5556C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0EE08-2825-472D-9446-2D4A3E18C410}" type="datetimeFigureOut">
              <a:rPr lang="de-DE" smtClean="0"/>
              <a:t>10.09.2026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D31FD3-6F3E-D2CC-E55E-9E29BB414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EC837-6925-0892-A9FB-6EDF8D9F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9C3C1-481A-416D-B1A6-DAE19CCF61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695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A37C73-2F84-8DA6-0D2B-EB42903466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1676" y="382383"/>
            <a:ext cx="10178323" cy="14921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89A9D-A092-31A0-D64A-ADBB20642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51676" y="2286000"/>
            <a:ext cx="10178323" cy="35935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FC84-8A11-8DB7-2A1B-6366A0848E0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251676" y="6375681"/>
            <a:ext cx="2329717" cy="3484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Gill Sans MT"/>
              </a:defRPr>
            </a:lvl1pPr>
          </a:lstStyle>
          <a:p>
            <a:pPr lvl="0"/>
            <a:r>
              <a:rPr lang="en-US"/>
              <a:t>2/29/20XX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1FDA3-BB6C-DB7E-6E81-4585F5AE3AC9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75681"/>
            <a:ext cx="4114800" cy="3457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Gill Sans MT"/>
              </a:defRPr>
            </a:lvl1pPr>
          </a:lstStyle>
          <a:p>
            <a:pPr lvl="0"/>
            <a:r>
              <a:rPr lang="en-US"/>
              <a:t>Presentation Title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56191-19B7-1EF7-AF41-446FA50462D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75681"/>
            <a:ext cx="2819396" cy="3457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Gill Sans MT"/>
              </a:defRPr>
            </a:lvl1pPr>
          </a:lstStyle>
          <a:p>
            <a:pPr lvl="0"/>
            <a:fld id="{2A9CB81A-4141-4A86-AA93-816B915D8255}" type="slidenum"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5100" b="0" i="0" u="none" strike="noStrike" kern="1200" cap="all" spc="200" baseline="0">
          <a:solidFill>
            <a:srgbClr val="000000"/>
          </a:solidFill>
          <a:uFillTx/>
          <a:latin typeface="Impact"/>
        </a:defRPr>
      </a:lvl1pPr>
    </p:titleStyle>
    <p:bodyStyle>
      <a:lvl1pPr marL="228600" marR="0" lvl="0" indent="-228600" algn="l" defTabSz="914400" rtl="0" fontAlgn="auto" hangingPunct="1">
        <a:lnSpc>
          <a:spcPct val="110000"/>
        </a:lnSpc>
        <a:spcBef>
          <a:spcPts val="700"/>
        </a:spcBef>
        <a:spcAft>
          <a:spcPts val="0"/>
        </a:spcAft>
        <a:buClr>
          <a:srgbClr val="2A1A00"/>
        </a:buClr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Gill Sans MT"/>
        </a:defRPr>
      </a:lvl1pPr>
      <a:lvl2pPr marL="685800" marR="0" lvl="1" indent="-228600" algn="l" defTabSz="914400" rtl="0" fontAlgn="auto" hangingPunct="1">
        <a:lnSpc>
          <a:spcPct val="110000"/>
        </a:lnSpc>
        <a:spcBef>
          <a:spcPts val="700"/>
        </a:spcBef>
        <a:spcAft>
          <a:spcPts val="0"/>
        </a:spcAft>
        <a:buClr>
          <a:srgbClr val="2A1A00"/>
        </a:buClr>
        <a:buSzPct val="100000"/>
        <a:buFont typeface="Gill Sans MT" pitchFamily="34"/>
        <a:buChar char="–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Gill Sans MT"/>
        </a:defRPr>
      </a:lvl2pPr>
      <a:lvl3pPr marL="1143000" marR="0" lvl="2" indent="-228600" algn="l" defTabSz="914400" rtl="0" fontAlgn="auto" hangingPunct="1">
        <a:lnSpc>
          <a:spcPct val="110000"/>
        </a:lnSpc>
        <a:spcBef>
          <a:spcPts val="700"/>
        </a:spcBef>
        <a:spcAft>
          <a:spcPts val="0"/>
        </a:spcAft>
        <a:buClr>
          <a:srgbClr val="2A1A00"/>
        </a:buClr>
        <a:buSzPct val="100000"/>
        <a:buFont typeface="Arial" pitchFamily="34"/>
        <a:buChar char="•"/>
        <a:tabLst/>
        <a:defRPr lang="en-US" sz="1600" b="0" i="0" u="none" strike="noStrike" kern="1200" cap="none" spc="0" baseline="0">
          <a:solidFill>
            <a:srgbClr val="000000"/>
          </a:solidFill>
          <a:uFillTx/>
          <a:latin typeface="Gill Sans MT"/>
        </a:defRPr>
      </a:lvl3pPr>
      <a:lvl4pPr marL="1600200" marR="0" lvl="3" indent="-228600" algn="l" defTabSz="914400" rtl="0" fontAlgn="auto" hangingPunct="1">
        <a:lnSpc>
          <a:spcPct val="110000"/>
        </a:lnSpc>
        <a:spcBef>
          <a:spcPts val="700"/>
        </a:spcBef>
        <a:spcAft>
          <a:spcPts val="0"/>
        </a:spcAft>
        <a:buClr>
          <a:srgbClr val="2A1A00"/>
        </a:buClr>
        <a:buSzPct val="100000"/>
        <a:buFont typeface="Gill Sans MT" pitchFamily="34"/>
        <a:buChar char="–"/>
        <a:tabLst/>
        <a:defRPr lang="en-US" sz="1400" b="0" i="0" u="none" strike="noStrike" kern="1200" cap="none" spc="0" baseline="0">
          <a:solidFill>
            <a:srgbClr val="000000"/>
          </a:solidFill>
          <a:uFillTx/>
          <a:latin typeface="Gill Sans MT"/>
        </a:defRPr>
      </a:lvl4pPr>
      <a:lvl5pPr marL="2057400" marR="0" lvl="4" indent="-228600" algn="l" defTabSz="914400" rtl="0" fontAlgn="auto" hangingPunct="1">
        <a:lnSpc>
          <a:spcPct val="110000"/>
        </a:lnSpc>
        <a:spcBef>
          <a:spcPts val="700"/>
        </a:spcBef>
        <a:spcAft>
          <a:spcPts val="0"/>
        </a:spcAft>
        <a:buClr>
          <a:srgbClr val="2A1A00"/>
        </a:buClr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000000"/>
          </a:solidFill>
          <a:uFillTx/>
          <a:latin typeface="Gill Sans M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7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E136B-0CA9-5277-7E6D-7B29A49FE5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56279" y="4964241"/>
            <a:ext cx="9236034" cy="1225296"/>
          </a:xfrm>
        </p:spPr>
        <p:txBody>
          <a:bodyPr>
            <a:normAutofit fontScale="90000"/>
          </a:bodyPr>
          <a:lstStyle/>
          <a:p>
            <a:pPr lvl="0"/>
            <a:br>
              <a:rPr lang="en-GB" sz="4300" dirty="0"/>
            </a:br>
            <a:r>
              <a:rPr lang="en-GB" dirty="0"/>
              <a:t>Projekt: </a:t>
            </a:r>
            <a:r>
              <a:rPr lang="en-GB" dirty="0" err="1"/>
              <a:t>Brettspiel</a:t>
            </a:r>
            <a:r>
              <a:rPr lang="en-GB" dirty="0"/>
              <a:t> (Monopoly)</a:t>
            </a:r>
            <a:br>
              <a:rPr lang="en-GB" sz="4300" dirty="0"/>
            </a:br>
            <a:r>
              <a:rPr lang="en-DE" sz="2400" dirty="0"/>
              <a:t>Entwicklung eines digitalen Brettspiels in C#</a:t>
            </a:r>
            <a:br>
              <a:rPr lang="en-DE" sz="4300" dirty="0"/>
            </a:br>
            <a:br>
              <a:rPr lang="en-DE" sz="4300" dirty="0"/>
            </a:br>
            <a:br>
              <a:rPr lang="en-DE" sz="4300" dirty="0"/>
            </a:br>
            <a:endParaRPr lang="en-US" sz="4300" dirty="0"/>
          </a:p>
        </p:txBody>
      </p:sp>
      <p:pic>
        <p:nvPicPr>
          <p:cNvPr id="3" name="Picture Placeholder 13" descr="Logo">
            <a:extLst>
              <a:ext uri="{FF2B5EF4-FFF2-40B4-BE49-F238E27FC236}">
                <a16:creationId xmlns:a16="http://schemas.microsoft.com/office/drawing/2014/main" id="{5C0E452F-8C47-6C9D-6F39-071A95B6AD1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9" r="169"/>
          <a:stretch>
            <a:fillRect/>
          </a:stretch>
        </p:blipFill>
        <p:spPr>
          <a:xfrm>
            <a:off x="785378" y="4751094"/>
            <a:ext cx="1060704" cy="1225296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F5C3-B634-FF93-A95F-A0FED8A429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 err="1"/>
              <a:t>Inhalt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6496-75C7-6B4D-22A1-E91199966F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96410" y="1999628"/>
            <a:ext cx="7755922" cy="3416929"/>
          </a:xfrm>
        </p:spPr>
        <p:txBody>
          <a:bodyPr/>
          <a:lstStyle/>
          <a:p>
            <a:pPr marL="0" lvl="0" indent="0">
              <a:lnSpc>
                <a:spcPct val="150000"/>
              </a:lnSpc>
              <a:buNone/>
            </a:pPr>
            <a:r>
              <a:rPr lang="en-DE" sz="2400" dirty="0">
                <a:solidFill>
                  <a:srgbClr val="FFFFFF"/>
                </a:solidFill>
              </a:rPr>
              <a:t>Vorstellung der Architektur</a:t>
            </a:r>
            <a:endParaRPr lang="en-GB" sz="2400" dirty="0">
              <a:solidFill>
                <a:srgbClr val="FFFFFF"/>
              </a:solidFill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GB" sz="2400" dirty="0" err="1">
                <a:solidFill>
                  <a:srgbClr val="FFFFFF"/>
                </a:solidFill>
              </a:rPr>
              <a:t>Anforderungen</a:t>
            </a:r>
            <a:r>
              <a:rPr lang="en-GB" sz="2400" dirty="0">
                <a:solidFill>
                  <a:srgbClr val="FFFFFF"/>
                </a:solidFill>
              </a:rPr>
              <a:t> an das Spiel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GB" sz="2400" dirty="0" err="1">
                <a:solidFill>
                  <a:srgbClr val="FFFFFF"/>
                </a:solidFill>
              </a:rPr>
              <a:t>Erläuterung</a:t>
            </a:r>
            <a:r>
              <a:rPr lang="en-GB" sz="2400" dirty="0">
                <a:solidFill>
                  <a:srgbClr val="FFFFFF"/>
                </a:solidFill>
              </a:rPr>
              <a:t> </a:t>
            </a:r>
            <a:r>
              <a:rPr lang="en-GB" sz="2400" dirty="0" err="1">
                <a:solidFill>
                  <a:srgbClr val="FFFFFF"/>
                </a:solidFill>
              </a:rPr>
              <a:t>zu</a:t>
            </a:r>
            <a:r>
              <a:rPr lang="en-GB" sz="2400" dirty="0">
                <a:solidFill>
                  <a:srgbClr val="FFFFFF"/>
                </a:solidFill>
              </a:rPr>
              <a:t> den </a:t>
            </a:r>
            <a:r>
              <a:rPr lang="en-GB" sz="2400" dirty="0" err="1">
                <a:solidFill>
                  <a:srgbClr val="FFFFFF"/>
                </a:solidFill>
              </a:rPr>
              <a:t>Beziehungen</a:t>
            </a:r>
            <a:r>
              <a:rPr lang="en-GB" sz="2400" dirty="0">
                <a:solidFill>
                  <a:srgbClr val="FFFFFF"/>
                </a:solidFill>
              </a:rPr>
              <a:t> der Klassen </a:t>
            </a:r>
            <a:r>
              <a:rPr lang="en-GB" sz="2400" dirty="0" err="1">
                <a:solidFill>
                  <a:srgbClr val="FFFFFF"/>
                </a:solidFill>
              </a:rPr>
              <a:t>im</a:t>
            </a:r>
            <a:r>
              <a:rPr lang="en-GB" sz="2400" dirty="0">
                <a:solidFill>
                  <a:srgbClr val="FFFFFF"/>
                </a:solidFill>
              </a:rPr>
              <a:t> Code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GB" sz="2400" dirty="0">
                <a:solidFill>
                  <a:srgbClr val="FFFFFF"/>
                </a:solidFill>
              </a:rPr>
              <a:t>Das </a:t>
            </a:r>
            <a:r>
              <a:rPr lang="en-DE" sz="2400" dirty="0">
                <a:solidFill>
                  <a:srgbClr val="FFFFFF"/>
                </a:solidFill>
              </a:rPr>
              <a:t>UML-Klassendiagramm</a:t>
            </a:r>
            <a:endParaRPr lang="en-US" sz="2400" dirty="0">
              <a:solidFill>
                <a:srgbClr val="FFFFFF"/>
              </a:solidFill>
            </a:endParaRPr>
          </a:p>
        </p:txBody>
      </p:sp>
      <p:pic>
        <p:nvPicPr>
          <p:cNvPr id="4" name="Picture Placeholder 5" descr="Logo&#10;">
            <a:extLst>
              <a:ext uri="{FF2B5EF4-FFF2-40B4-BE49-F238E27FC236}">
                <a16:creationId xmlns:a16="http://schemas.microsoft.com/office/drawing/2014/main" id="{BDE0B552-D5A6-3B98-AC67-68E26F6334FA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grpSp>
        <p:nvGrpSpPr>
          <p:cNvPr id="5" name="Group 6">
            <a:extLst>
              <a:ext uri="{FF2B5EF4-FFF2-40B4-BE49-F238E27FC236}">
                <a16:creationId xmlns:a16="http://schemas.microsoft.com/office/drawing/2014/main" id="{BC7965F0-3FC1-0F1A-A7BD-627920744D6C}"/>
              </a:ext>
            </a:extLst>
          </p:cNvPr>
          <p:cNvGrpSpPr/>
          <p:nvPr/>
        </p:nvGrpSpPr>
        <p:grpSpPr>
          <a:xfrm>
            <a:off x="385492" y="2674738"/>
            <a:ext cx="8097424" cy="1924218"/>
            <a:chOff x="385492" y="2674738"/>
            <a:chExt cx="8097424" cy="1924218"/>
          </a:xfrm>
        </p:grpSpPr>
        <p:cxnSp>
          <p:nvCxnSpPr>
            <p:cNvPr id="6" name="Straight Connector 7">
              <a:extLst>
                <a:ext uri="{FF2B5EF4-FFF2-40B4-BE49-F238E27FC236}">
                  <a16:creationId xmlns:a16="http://schemas.microsoft.com/office/drawing/2014/main" id="{3810EB5F-C2A7-AA95-14FD-7AB5706BDE68}"/>
                </a:ext>
              </a:extLst>
            </p:cNvPr>
            <p:cNvCxnSpPr/>
            <p:nvPr/>
          </p:nvCxnSpPr>
          <p:spPr>
            <a:xfrm>
              <a:off x="385492" y="2674738"/>
              <a:ext cx="8097424" cy="0"/>
            </a:xfrm>
            <a:prstGeom prst="straightConnector1">
              <a:avLst/>
            </a:prstGeom>
            <a:noFill/>
            <a:ln w="12701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7" name="Straight Connector 8">
              <a:extLst>
                <a:ext uri="{FF2B5EF4-FFF2-40B4-BE49-F238E27FC236}">
                  <a16:creationId xmlns:a16="http://schemas.microsoft.com/office/drawing/2014/main" id="{37454464-B352-2DE3-30B9-4F7441E22ED8}"/>
                </a:ext>
              </a:extLst>
            </p:cNvPr>
            <p:cNvCxnSpPr/>
            <p:nvPr/>
          </p:nvCxnSpPr>
          <p:spPr>
            <a:xfrm>
              <a:off x="385492" y="3305839"/>
              <a:ext cx="8097424" cy="0"/>
            </a:xfrm>
            <a:prstGeom prst="straightConnector1">
              <a:avLst/>
            </a:prstGeom>
            <a:noFill/>
            <a:ln w="12701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8" name="Straight Connector 9">
              <a:extLst>
                <a:ext uri="{FF2B5EF4-FFF2-40B4-BE49-F238E27FC236}">
                  <a16:creationId xmlns:a16="http://schemas.microsoft.com/office/drawing/2014/main" id="{95B05E04-2CFE-C922-E700-3EB60B011907}"/>
                </a:ext>
              </a:extLst>
            </p:cNvPr>
            <p:cNvCxnSpPr/>
            <p:nvPr/>
          </p:nvCxnSpPr>
          <p:spPr>
            <a:xfrm>
              <a:off x="385492" y="3967855"/>
              <a:ext cx="8097424" cy="0"/>
            </a:xfrm>
            <a:prstGeom prst="straightConnector1">
              <a:avLst/>
            </a:prstGeom>
            <a:noFill/>
            <a:ln w="12701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9" name="Straight Connector 10">
              <a:extLst>
                <a:ext uri="{FF2B5EF4-FFF2-40B4-BE49-F238E27FC236}">
                  <a16:creationId xmlns:a16="http://schemas.microsoft.com/office/drawing/2014/main" id="{2DDCEE62-7E4D-4FE2-C261-36986919700A}"/>
                </a:ext>
              </a:extLst>
            </p:cNvPr>
            <p:cNvCxnSpPr/>
            <p:nvPr/>
          </p:nvCxnSpPr>
          <p:spPr>
            <a:xfrm>
              <a:off x="385492" y="4598956"/>
              <a:ext cx="8097424" cy="0"/>
            </a:xfrm>
            <a:prstGeom prst="straightConnector1">
              <a:avLst/>
            </a:prstGeom>
            <a:noFill/>
            <a:ln w="12701" cap="flat">
              <a:solidFill>
                <a:srgbClr val="FFFFFF"/>
              </a:solidFill>
              <a:prstDash val="solid"/>
              <a:miter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A9CB16C-D747-2C7A-A612-4C6DC5250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Architektur</a:t>
            </a:r>
            <a:endParaRPr lang="en-US" dirty="0"/>
          </a:p>
        </p:txBody>
      </p:sp>
      <p:pic>
        <p:nvPicPr>
          <p:cNvPr id="3" name="Picture Placeholder 13" descr="A white hexagon with black background">
            <a:extLst>
              <a:ext uri="{FF2B5EF4-FFF2-40B4-BE49-F238E27FC236}">
                <a16:creationId xmlns:a16="http://schemas.microsoft.com/office/drawing/2014/main" id="{FA9C4EF1-1E71-2AF3-CAFB-00B41FF4AFC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/>
          <a:srcRect l="43" r="43"/>
          <a:stretch>
            <a:fillRect/>
          </a:stretch>
        </p:blipFill>
        <p:spPr>
          <a:xfrm>
            <a:off x="922336" y="1587498"/>
            <a:ext cx="3703320" cy="4279392"/>
          </a:xfr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3E47B82-6A96-307A-CF1F-BC7B23A494D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96112" y="1552239"/>
            <a:ext cx="5689533" cy="3875373"/>
          </a:xfrm>
        </p:spPr>
        <p:txBody>
          <a:bodyPr anchor="ctr"/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2400" dirty="0" err="1">
                <a:solidFill>
                  <a:srgbClr val="FFFFFF"/>
                </a:solidFill>
              </a:rPr>
              <a:t>Unsere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Anwendung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basiert</a:t>
            </a:r>
            <a:r>
              <a:rPr lang="en-US" sz="2400" dirty="0">
                <a:solidFill>
                  <a:srgbClr val="FFFFFF"/>
                </a:solidFill>
              </a:rPr>
              <a:t> auf der C# Language die </a:t>
            </a:r>
            <a:r>
              <a:rPr lang="en-US" sz="2400" dirty="0" err="1">
                <a:solidFill>
                  <a:srgbClr val="FFFFFF"/>
                </a:solidFill>
              </a:rPr>
              <a:t>wir</a:t>
            </a:r>
            <a:r>
              <a:rPr lang="en-US" sz="2400" dirty="0">
                <a:solidFill>
                  <a:srgbClr val="FFFFFF"/>
                </a:solidFill>
              </a:rPr>
              <a:t> auf </a:t>
            </a:r>
            <a:r>
              <a:rPr lang="en-US" sz="2400" dirty="0" err="1">
                <a:solidFill>
                  <a:srgbClr val="FFFFFF"/>
                </a:solidFill>
              </a:rPr>
              <a:t>unserer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Konsole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darstellen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lassen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haben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mithilfe</a:t>
            </a:r>
            <a:r>
              <a:rPr lang="en-US" sz="2400" dirty="0">
                <a:solidFill>
                  <a:srgbClr val="FFFFFF"/>
                </a:solidFill>
              </a:rPr>
              <a:t> der </a:t>
            </a:r>
            <a:r>
              <a:rPr lang="en-US" sz="2400" dirty="0" err="1">
                <a:solidFill>
                  <a:srgbClr val="FFFFFF"/>
                </a:solidFill>
              </a:rPr>
              <a:t>Spectre.Collection</a:t>
            </a:r>
            <a:r>
              <a:rPr lang="en-US" sz="2400" dirty="0">
                <a:solidFill>
                  <a:srgbClr val="FFFFFF"/>
                </a:solidFill>
              </a:rPr>
              <a:t> Library.</a:t>
            </a:r>
          </a:p>
        </p:txBody>
      </p:sp>
      <p:pic>
        <p:nvPicPr>
          <p:cNvPr id="5" name="Picture Placeholder 35" descr="Logo">
            <a:extLst>
              <a:ext uri="{FF2B5EF4-FFF2-40B4-BE49-F238E27FC236}">
                <a16:creationId xmlns:a16="http://schemas.microsoft.com/office/drawing/2014/main" id="{CFFD5881-AFB0-427E-E5D0-2BA8F6C63CD1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44DE618-79B4-4661-C843-6214F2091B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/>
              <a:t>Die </a:t>
            </a:r>
            <a:r>
              <a:rPr lang="en-US" dirty="0" err="1"/>
              <a:t>Anforderungen</a:t>
            </a:r>
            <a:r>
              <a:rPr lang="en-US" dirty="0"/>
              <a:t> an </a:t>
            </a:r>
            <a:r>
              <a:rPr lang="en-US" dirty="0" err="1"/>
              <a:t>unser</a:t>
            </a:r>
            <a:r>
              <a:rPr lang="en-US" dirty="0"/>
              <a:t> Spiel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DE55662A-E705-7E0E-B2B0-09AA4068C1E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97764" y="1133856"/>
            <a:ext cx="9238612" cy="5093209"/>
          </a:xfrm>
        </p:spPr>
        <p:txBody>
          <a:bodyPr>
            <a:no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DE" b="1" u="sng" cap="all" dirty="0">
                <a:solidFill>
                  <a:srgbClr val="FFFFFF"/>
                </a:solidFill>
                <a:latin typeface="Impact"/>
              </a:rPr>
              <a:t>Ziel:</a:t>
            </a:r>
            <a:r>
              <a:rPr lang="en-DE" u="sng" cap="all" dirty="0">
                <a:solidFill>
                  <a:srgbClr val="FFFFFF"/>
                </a:solidFill>
                <a:latin typeface="Impact"/>
              </a:rPr>
              <a:t> </a:t>
            </a:r>
            <a:endParaRPr lang="de-DE" u="sng" cap="all" dirty="0">
              <a:solidFill>
                <a:srgbClr val="FFFFFF"/>
              </a:solidFill>
              <a:latin typeface="Impact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de-DE" cap="all" dirty="0">
                <a:solidFill>
                  <a:srgbClr val="FFFFFF"/>
                </a:solidFill>
                <a:latin typeface="Impact"/>
              </a:rPr>
              <a:t> Erstellung eines </a:t>
            </a:r>
            <a:r>
              <a:rPr lang="en-DE" cap="all" dirty="0">
                <a:solidFill>
                  <a:srgbClr val="FFFFFF"/>
                </a:solidFill>
                <a:latin typeface="Impact"/>
              </a:rPr>
              <a:t>Digitale</a:t>
            </a:r>
            <a:r>
              <a:rPr lang="de-DE" cap="all" dirty="0">
                <a:solidFill>
                  <a:srgbClr val="FFFFFF"/>
                </a:solidFill>
                <a:latin typeface="Impact"/>
              </a:rPr>
              <a:t>n</a:t>
            </a:r>
            <a:r>
              <a:rPr lang="en-DE" cap="all" dirty="0">
                <a:solidFill>
                  <a:srgbClr val="FFFFFF"/>
                </a:solidFill>
                <a:latin typeface="Impact"/>
              </a:rPr>
              <a:t> Brettspiel</a:t>
            </a:r>
            <a:r>
              <a:rPr lang="de-DE" cap="all" dirty="0">
                <a:solidFill>
                  <a:srgbClr val="FFFFFF"/>
                </a:solidFill>
                <a:latin typeface="Impact"/>
              </a:rPr>
              <a:t>s</a:t>
            </a:r>
            <a:r>
              <a:rPr lang="en-DE" cap="all" dirty="0">
                <a:solidFill>
                  <a:srgbClr val="FFFFFF"/>
                </a:solidFill>
                <a:latin typeface="Impact"/>
              </a:rPr>
              <a:t> für 2</a:t>
            </a:r>
            <a:r>
              <a:rPr lang="de-DE" cap="all" dirty="0">
                <a:solidFill>
                  <a:srgbClr val="FFFFFF"/>
                </a:solidFill>
                <a:latin typeface="Impact"/>
              </a:rPr>
              <a:t> - 4</a:t>
            </a:r>
            <a:r>
              <a:rPr lang="en-DE" cap="all" dirty="0">
                <a:solidFill>
                  <a:srgbClr val="FFFFFF"/>
                </a:solidFill>
                <a:latin typeface="Impact"/>
              </a:rPr>
              <a:t> Spieler mit automatischer Feldaktions-Ausführung</a:t>
            </a:r>
            <a:r>
              <a:rPr lang="de-DE" cap="all" dirty="0">
                <a:solidFill>
                  <a:srgbClr val="FFFFFF"/>
                </a:solidFill>
                <a:latin typeface="Impact"/>
              </a:rPr>
              <a:t> und sichtbarer bewegung der Spieler auf den feldern</a:t>
            </a:r>
          </a:p>
          <a:p>
            <a:pPr marL="0" lvl="0" indent="0">
              <a:lnSpc>
                <a:spcPct val="90000"/>
              </a:lnSpc>
              <a:buNone/>
            </a:pPr>
            <a:endParaRPr lang="de-DE" cap="all" dirty="0">
              <a:solidFill>
                <a:srgbClr val="FFFFFF"/>
              </a:solidFill>
              <a:latin typeface="Impact"/>
            </a:endParaRPr>
          </a:p>
          <a:p>
            <a:pPr marL="0" lvl="0" indent="0">
              <a:lnSpc>
                <a:spcPct val="90000"/>
              </a:lnSpc>
              <a:buNone/>
            </a:pPr>
            <a:endParaRPr lang="de-DE" cap="all" dirty="0">
              <a:solidFill>
                <a:srgbClr val="FFFFFF"/>
              </a:solidFill>
              <a:latin typeface="Impact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DE" b="1" u="sng" cap="all" dirty="0">
                <a:solidFill>
                  <a:srgbClr val="FFFFFF"/>
                </a:solidFill>
                <a:latin typeface="Impact"/>
              </a:rPr>
              <a:t>OOP-Abdeckung:</a:t>
            </a:r>
            <a:endParaRPr lang="en-DE" u="sng" cap="all" dirty="0">
              <a:solidFill>
                <a:srgbClr val="FFFFFF"/>
              </a:solidFill>
              <a:latin typeface="Impact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DE" sz="2000" b="1" cap="all" dirty="0">
                <a:solidFill>
                  <a:srgbClr val="FFFFFF"/>
                </a:solidFill>
                <a:latin typeface="Impact"/>
              </a:rPr>
              <a:t>Kapselung:</a:t>
            </a:r>
            <a:r>
              <a:rPr lang="en-DE" sz="2000" cap="all" dirty="0">
                <a:solidFill>
                  <a:srgbClr val="FFFFFF"/>
                </a:solidFill>
                <a:latin typeface="Impact"/>
              </a:rPr>
              <a:t> Private Attribute mit kontrollierten Properties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DE" sz="2000" b="1" cap="all" dirty="0">
                <a:solidFill>
                  <a:srgbClr val="FFFFFF"/>
                </a:solidFill>
                <a:latin typeface="Impact"/>
              </a:rPr>
              <a:t>Vererbung:</a:t>
            </a:r>
            <a:r>
              <a:rPr lang="en-DE" sz="2000" cap="all" dirty="0">
                <a:solidFill>
                  <a:srgbClr val="FFFFFF"/>
                </a:solidFill>
                <a:latin typeface="Impact"/>
              </a:rPr>
              <a:t> Basisklasse Spielfeld mit abgeleiteten Spezialfeldern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DE" sz="2000" b="1" cap="all" dirty="0">
                <a:solidFill>
                  <a:srgbClr val="FFFFFF"/>
                </a:solidFill>
                <a:latin typeface="Impact"/>
              </a:rPr>
              <a:t>Polymorphie:</a:t>
            </a:r>
            <a:r>
              <a:rPr lang="en-DE" sz="2000" cap="all" dirty="0">
                <a:solidFill>
                  <a:srgbClr val="FFFFFF"/>
                </a:solidFill>
                <a:latin typeface="Impact"/>
              </a:rPr>
              <a:t> Überschreiben der Methode </a:t>
            </a:r>
            <a:r>
              <a:rPr lang="en-GB" sz="2000" cap="all" dirty="0" err="1">
                <a:solidFill>
                  <a:srgbClr val="FFFFFF"/>
                </a:solidFill>
                <a:latin typeface="Impact"/>
              </a:rPr>
              <a:t>ExecuteAction</a:t>
            </a:r>
            <a:r>
              <a:rPr lang="en-GB" sz="2000" cap="all" dirty="0">
                <a:solidFill>
                  <a:srgbClr val="FFFFFF"/>
                </a:solidFill>
                <a:latin typeface="Impact"/>
              </a:rPr>
              <a:t> </a:t>
            </a:r>
            <a:r>
              <a:rPr lang="en-DE" sz="2000" cap="all" dirty="0">
                <a:solidFill>
                  <a:srgbClr val="FFFFFF"/>
                </a:solidFill>
                <a:latin typeface="Impact"/>
              </a:rPr>
              <a:t>() in den Subklassen</a:t>
            </a:r>
          </a:p>
          <a:p>
            <a:pPr marL="0" lvl="0" indent="0">
              <a:lnSpc>
                <a:spcPct val="90000"/>
              </a:lnSpc>
              <a:buNone/>
            </a:pPr>
            <a:endParaRPr lang="en-DE" cap="all" dirty="0">
              <a:solidFill>
                <a:srgbClr val="FFFFFF"/>
              </a:solidFill>
              <a:latin typeface="Impact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DE" b="1" u="sng" cap="all" dirty="0">
                <a:solidFill>
                  <a:srgbClr val="FFFFFF"/>
                </a:solidFill>
                <a:latin typeface="Impact"/>
              </a:rPr>
              <a:t>Kernkomponenten:</a:t>
            </a:r>
            <a:r>
              <a:rPr lang="en-DE" u="sng" cap="all" dirty="0">
                <a:solidFill>
                  <a:srgbClr val="FFFFFF"/>
                </a:solidFill>
                <a:latin typeface="Impact"/>
              </a:rPr>
              <a:t> </a:t>
            </a:r>
            <a:endParaRPr lang="de-DE" u="sng" cap="all" dirty="0">
              <a:solidFill>
                <a:srgbClr val="FFFFFF"/>
              </a:solidFill>
              <a:latin typeface="Impact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DE" cap="all" dirty="0">
                <a:solidFill>
                  <a:srgbClr val="FFFFFF"/>
                </a:solidFill>
                <a:latin typeface="Impact"/>
              </a:rPr>
              <a:t>Spieler, Spielbrett, Spielfelder, Würfel und Ereignisse</a:t>
            </a:r>
            <a:endParaRPr lang="de-DE" cap="all" dirty="0">
              <a:solidFill>
                <a:srgbClr val="FFFFFF"/>
              </a:solidFill>
              <a:latin typeface="Impact"/>
            </a:endParaRPr>
          </a:p>
          <a:p>
            <a:pPr marL="0" lvl="0" indent="0">
              <a:lnSpc>
                <a:spcPct val="90000"/>
              </a:lnSpc>
              <a:buNone/>
            </a:pPr>
            <a:endParaRPr lang="de-DE" cap="all" dirty="0">
              <a:solidFill>
                <a:srgbClr val="FFFFFF"/>
              </a:solidFill>
              <a:latin typeface="Impact"/>
            </a:endParaRPr>
          </a:p>
        </p:txBody>
      </p:sp>
      <p:pic>
        <p:nvPicPr>
          <p:cNvPr id="4" name="Picture Placeholder 23" descr="Logo&#10;">
            <a:extLst>
              <a:ext uri="{FF2B5EF4-FFF2-40B4-BE49-F238E27FC236}">
                <a16:creationId xmlns:a16="http://schemas.microsoft.com/office/drawing/2014/main" id="{E72F9E04-C38F-D931-24CD-9DDF4E0BBCA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369B095-ABDD-ADFE-2DD7-67369BB260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/>
              <a:t>Unser </a:t>
            </a:r>
            <a:r>
              <a:rPr lang="en-US" dirty="0" err="1"/>
              <a:t>Vorgang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Projekt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EBCAC-3A07-9588-B9C6-2B46F31AEE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05591" y="1690570"/>
            <a:ext cx="4558293" cy="3988859"/>
          </a:xfrm>
        </p:spPr>
        <p:txBody>
          <a:bodyPr tIns="0" anchor="ctr"/>
          <a:lstStyle/>
          <a:p>
            <a:pPr lvl="0">
              <a:lnSpc>
                <a:spcPct val="130000"/>
              </a:lnSpc>
              <a:buClr>
                <a:srgbClr val="FFFFFF"/>
              </a:buClr>
            </a:pPr>
            <a:r>
              <a:rPr lang="en-US" sz="1900" dirty="0">
                <a:solidFill>
                  <a:srgbClr val="FFFFFF"/>
                </a:solidFill>
              </a:rPr>
              <a:t>Die </a:t>
            </a:r>
            <a:r>
              <a:rPr lang="en-US" sz="1900" dirty="0" err="1">
                <a:solidFill>
                  <a:srgbClr val="FFFFFF"/>
                </a:solidFill>
              </a:rPr>
              <a:t>Planung</a:t>
            </a:r>
            <a:r>
              <a:rPr lang="en-US" sz="1900" dirty="0">
                <a:solidFill>
                  <a:srgbClr val="FFFFFF"/>
                </a:solidFill>
              </a:rPr>
              <a:t> des </a:t>
            </a:r>
            <a:r>
              <a:rPr lang="en-US" sz="1900" dirty="0" err="1">
                <a:solidFill>
                  <a:srgbClr val="FFFFFF"/>
                </a:solidFill>
              </a:rPr>
              <a:t>generellen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Grundgerüsts</a:t>
            </a:r>
            <a:r>
              <a:rPr lang="en-US" sz="1900" dirty="0">
                <a:solidFill>
                  <a:srgbClr val="FFFFFF"/>
                </a:solidFill>
              </a:rPr>
              <a:t> und die </a:t>
            </a:r>
            <a:r>
              <a:rPr lang="en-US" sz="1900" dirty="0" err="1">
                <a:solidFill>
                  <a:srgbClr val="FFFFFF"/>
                </a:solidFill>
              </a:rPr>
              <a:t>Erfüllung</a:t>
            </a:r>
            <a:r>
              <a:rPr lang="en-US" sz="1900" dirty="0">
                <a:solidFill>
                  <a:srgbClr val="FFFFFF"/>
                </a:solidFill>
              </a:rPr>
              <a:t> der </a:t>
            </a:r>
            <a:r>
              <a:rPr lang="en-US" sz="1900" dirty="0" err="1">
                <a:solidFill>
                  <a:srgbClr val="FFFFFF"/>
                </a:solidFill>
              </a:rPr>
              <a:t>Anforderungen</a:t>
            </a:r>
            <a:r>
              <a:rPr lang="en-US" sz="1900" dirty="0">
                <a:solidFill>
                  <a:srgbClr val="FFFFFF"/>
                </a:solidFill>
              </a:rPr>
              <a:t>.</a:t>
            </a:r>
            <a:br>
              <a:rPr lang="en-US" sz="1900" dirty="0">
                <a:solidFill>
                  <a:srgbClr val="FFFFFF"/>
                </a:solidFill>
              </a:rPr>
            </a:br>
            <a:endParaRPr lang="en-US" sz="1900" dirty="0">
              <a:solidFill>
                <a:srgbClr val="FFFFFF"/>
              </a:solidFill>
            </a:endParaRPr>
          </a:p>
          <a:p>
            <a:pPr lvl="0">
              <a:lnSpc>
                <a:spcPct val="130000"/>
              </a:lnSpc>
              <a:buClr>
                <a:srgbClr val="FFFFFF"/>
              </a:buClr>
            </a:pPr>
            <a:r>
              <a:rPr lang="en-US" sz="1900" dirty="0" err="1">
                <a:solidFill>
                  <a:srgbClr val="FFFFFF"/>
                </a:solidFill>
              </a:rPr>
              <a:t>Schreiben</a:t>
            </a:r>
            <a:r>
              <a:rPr lang="en-US" sz="1900" dirty="0">
                <a:solidFill>
                  <a:srgbClr val="FFFFFF"/>
                </a:solidFill>
              </a:rPr>
              <a:t> des Codes und </a:t>
            </a:r>
            <a:r>
              <a:rPr lang="en-US" sz="1900" dirty="0" err="1">
                <a:solidFill>
                  <a:srgbClr val="FFFFFF"/>
                </a:solidFill>
              </a:rPr>
              <a:t>Erstellung</a:t>
            </a:r>
            <a:br>
              <a:rPr lang="en-US" sz="1900" dirty="0">
                <a:solidFill>
                  <a:srgbClr val="FFFFFF"/>
                </a:solidFill>
              </a:rPr>
            </a:br>
            <a:r>
              <a:rPr lang="en-US" sz="1900" dirty="0">
                <a:solidFill>
                  <a:srgbClr val="FFFFFF"/>
                </a:solidFill>
              </a:rPr>
              <a:t>des UML- </a:t>
            </a:r>
            <a:r>
              <a:rPr lang="en-US" sz="1900" dirty="0" err="1">
                <a:solidFill>
                  <a:srgbClr val="FFFFFF"/>
                </a:solidFill>
              </a:rPr>
              <a:t>Diagrammes</a:t>
            </a:r>
            <a:r>
              <a:rPr lang="en-US" sz="1900" dirty="0">
                <a:solidFill>
                  <a:srgbClr val="FFFFFF"/>
                </a:solidFill>
              </a:rPr>
              <a:t>.</a:t>
            </a:r>
          </a:p>
          <a:p>
            <a:pPr lvl="0">
              <a:lnSpc>
                <a:spcPct val="130000"/>
              </a:lnSpc>
              <a:buClr>
                <a:srgbClr val="FFFFFF"/>
              </a:buClr>
            </a:pPr>
            <a:endParaRPr lang="en-US" sz="1900" dirty="0">
              <a:solidFill>
                <a:srgbClr val="FFFFFF"/>
              </a:solidFill>
            </a:endParaRPr>
          </a:p>
          <a:p>
            <a:pPr lvl="0">
              <a:lnSpc>
                <a:spcPct val="130000"/>
              </a:lnSpc>
              <a:buClr>
                <a:srgbClr val="FFFFFF"/>
              </a:buClr>
            </a:pPr>
            <a:r>
              <a:rPr lang="en-US" sz="1900" dirty="0">
                <a:solidFill>
                  <a:srgbClr val="FFFFFF"/>
                </a:solidFill>
              </a:rPr>
              <a:t>Testen um </a:t>
            </a:r>
            <a:r>
              <a:rPr lang="en-US" sz="1900" dirty="0" err="1">
                <a:solidFill>
                  <a:srgbClr val="FFFFFF"/>
                </a:solidFill>
              </a:rPr>
              <a:t>letzte</a:t>
            </a:r>
            <a:r>
              <a:rPr lang="en-US" sz="1900" dirty="0">
                <a:solidFill>
                  <a:srgbClr val="FFFFFF"/>
                </a:solidFill>
              </a:rPr>
              <a:t> Fehler </a:t>
            </a:r>
            <a:r>
              <a:rPr lang="en-US" sz="1900" dirty="0" err="1">
                <a:solidFill>
                  <a:srgbClr val="FFFFFF"/>
                </a:solidFill>
              </a:rPr>
              <a:t>zu</a:t>
            </a:r>
            <a:r>
              <a:rPr lang="en-US" sz="1900" dirty="0">
                <a:solidFill>
                  <a:srgbClr val="FFFFFF"/>
                </a:solidFill>
              </a:rPr>
              <a:t> </a:t>
            </a:r>
            <a:r>
              <a:rPr lang="en-US" sz="1900" dirty="0" err="1">
                <a:solidFill>
                  <a:srgbClr val="FFFFFF"/>
                </a:solidFill>
              </a:rPr>
              <a:t>bereinigen</a:t>
            </a:r>
            <a:r>
              <a:rPr lang="en-US" sz="1900" dirty="0">
                <a:solidFill>
                  <a:srgbClr val="FFFFFF"/>
                </a:solidFill>
              </a:rPr>
              <a:t>.</a:t>
            </a:r>
          </a:p>
        </p:txBody>
      </p:sp>
      <p:grpSp>
        <p:nvGrpSpPr>
          <p:cNvPr id="4" name="Content Placeholder 4" descr="SmartArt">
            <a:extLst>
              <a:ext uri="{FF2B5EF4-FFF2-40B4-BE49-F238E27FC236}">
                <a16:creationId xmlns:a16="http://schemas.microsoft.com/office/drawing/2014/main" id="{46D06EE1-6FC0-A57F-8304-57C2E7FFF3E9}"/>
              </a:ext>
            </a:extLst>
          </p:cNvPr>
          <p:cNvGrpSpPr/>
          <p:nvPr/>
        </p:nvGrpSpPr>
        <p:grpSpPr>
          <a:xfrm>
            <a:off x="5911001" y="2170758"/>
            <a:ext cx="5891314" cy="3029242"/>
            <a:chOff x="5911001" y="2170758"/>
            <a:chExt cx="5891314" cy="302924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A627D62-E5F2-0823-14BA-165A23DD79C3}"/>
                </a:ext>
              </a:extLst>
            </p:cNvPr>
            <p:cNvSpPr/>
            <p:nvPr/>
          </p:nvSpPr>
          <p:spPr>
            <a:xfrm>
              <a:off x="5911001" y="2170758"/>
              <a:ext cx="1776395" cy="9235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76400"/>
                <a:gd name="f7" fmla="val 923549"/>
                <a:gd name="f8" fmla="val 1314626"/>
                <a:gd name="f9" fmla="val 461775"/>
                <a:gd name="f10" fmla="+- 0 0 -90"/>
                <a:gd name="f11" fmla="*/ f3 1 1776400"/>
                <a:gd name="f12" fmla="*/ f4 1 923549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76400"/>
                <a:gd name="f21" fmla="*/ f17 1 923549"/>
                <a:gd name="f22" fmla="*/ 0 f18 1"/>
                <a:gd name="f23" fmla="*/ 0 f17 1"/>
                <a:gd name="f24" fmla="*/ 1314626 f18 1"/>
                <a:gd name="f25" fmla="*/ 1776400 f18 1"/>
                <a:gd name="f26" fmla="*/ 461775 f17 1"/>
                <a:gd name="f27" fmla="*/ 923549 f17 1"/>
                <a:gd name="f28" fmla="*/ 461775 f18 1"/>
                <a:gd name="f29" fmla="+- f19 0 f1"/>
                <a:gd name="f30" fmla="*/ f22 1 1776400"/>
                <a:gd name="f31" fmla="*/ f23 1 923549"/>
                <a:gd name="f32" fmla="*/ f24 1 1776400"/>
                <a:gd name="f33" fmla="*/ f25 1 1776400"/>
                <a:gd name="f34" fmla="*/ f26 1 923549"/>
                <a:gd name="f35" fmla="*/ f27 1 923549"/>
                <a:gd name="f36" fmla="*/ f28 1 1776400"/>
                <a:gd name="f37" fmla="*/ f13 1 f20"/>
                <a:gd name="f38" fmla="*/ f14 1 f20"/>
                <a:gd name="f39" fmla="*/ f13 1 f21"/>
                <a:gd name="f40" fmla="*/ f15 1 f21"/>
                <a:gd name="f41" fmla="*/ f30 1 f20"/>
                <a:gd name="f42" fmla="*/ f31 1 f21"/>
                <a:gd name="f43" fmla="*/ f32 1 f20"/>
                <a:gd name="f44" fmla="*/ f33 1 f20"/>
                <a:gd name="f45" fmla="*/ f34 1 f21"/>
                <a:gd name="f46" fmla="*/ f35 1 f21"/>
                <a:gd name="f47" fmla="*/ f36 1 f20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1 1"/>
                <a:gd name="f55" fmla="*/ f44 f11 1"/>
                <a:gd name="f56" fmla="*/ f45 f12 1"/>
                <a:gd name="f57" fmla="*/ f46 f12 1"/>
                <a:gd name="f58" fmla="*/ f47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4" y="f53"/>
                </a:cxn>
                <a:cxn ang="f29">
                  <a:pos x="f55" y="f56"/>
                </a:cxn>
                <a:cxn ang="f29">
                  <a:pos x="f54" y="f57"/>
                </a:cxn>
                <a:cxn ang="f29">
                  <a:pos x="f52" y="f57"/>
                </a:cxn>
                <a:cxn ang="f29">
                  <a:pos x="f58" y="f56"/>
                </a:cxn>
                <a:cxn ang="f29">
                  <a:pos x="f52" y="f53"/>
                </a:cxn>
              </a:cxnLst>
              <a:rect l="f48" t="f51" r="f49" b="f50"/>
              <a:pathLst>
                <a:path w="1776400" h="923549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484632" tIns="11430" rIns="461772" bIns="11430" anchor="ctr" anchorCtr="1" compatLnSpc="1">
              <a:noAutofit/>
            </a:bodyPr>
            <a:lstStyle/>
            <a:p>
              <a:pPr marL="0" marR="0" lvl="0" indent="0" algn="ctr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Gill Sans MT"/>
                </a:rPr>
                <a:t>Planung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8FE0FFD-D3BF-3991-4081-CDA65810CA9E}"/>
                </a:ext>
              </a:extLst>
            </p:cNvPr>
            <p:cNvSpPr/>
            <p:nvPr/>
          </p:nvSpPr>
          <p:spPr>
            <a:xfrm>
              <a:off x="7371335" y="2276417"/>
              <a:ext cx="4415070" cy="76654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15074"/>
                <a:gd name="f7" fmla="val 766545"/>
                <a:gd name="f8" fmla="val 4031802"/>
                <a:gd name="f9" fmla="val 383273"/>
                <a:gd name="f10" fmla="+- 0 0 -90"/>
                <a:gd name="f11" fmla="*/ f3 1 4415074"/>
                <a:gd name="f12" fmla="*/ f4 1 766545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4415074"/>
                <a:gd name="f21" fmla="*/ f17 1 766545"/>
                <a:gd name="f22" fmla="*/ 0 f18 1"/>
                <a:gd name="f23" fmla="*/ 0 f17 1"/>
                <a:gd name="f24" fmla="*/ 4031802 f18 1"/>
                <a:gd name="f25" fmla="*/ 4415074 f18 1"/>
                <a:gd name="f26" fmla="*/ 383273 f17 1"/>
                <a:gd name="f27" fmla="*/ 766545 f17 1"/>
                <a:gd name="f28" fmla="*/ 383273 f18 1"/>
                <a:gd name="f29" fmla="+- f19 0 f1"/>
                <a:gd name="f30" fmla="*/ f22 1 4415074"/>
                <a:gd name="f31" fmla="*/ f23 1 766545"/>
                <a:gd name="f32" fmla="*/ f24 1 4415074"/>
                <a:gd name="f33" fmla="*/ f25 1 4415074"/>
                <a:gd name="f34" fmla="*/ f26 1 766545"/>
                <a:gd name="f35" fmla="*/ f27 1 766545"/>
                <a:gd name="f36" fmla="*/ f28 1 4415074"/>
                <a:gd name="f37" fmla="*/ f13 1 f20"/>
                <a:gd name="f38" fmla="*/ f14 1 f20"/>
                <a:gd name="f39" fmla="*/ f13 1 f21"/>
                <a:gd name="f40" fmla="*/ f15 1 f21"/>
                <a:gd name="f41" fmla="*/ f30 1 f20"/>
                <a:gd name="f42" fmla="*/ f31 1 f21"/>
                <a:gd name="f43" fmla="*/ f32 1 f20"/>
                <a:gd name="f44" fmla="*/ f33 1 f20"/>
                <a:gd name="f45" fmla="*/ f34 1 f21"/>
                <a:gd name="f46" fmla="*/ f35 1 f21"/>
                <a:gd name="f47" fmla="*/ f36 1 f20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1 1"/>
                <a:gd name="f55" fmla="*/ f44 f11 1"/>
                <a:gd name="f56" fmla="*/ f45 f12 1"/>
                <a:gd name="f57" fmla="*/ f46 f12 1"/>
                <a:gd name="f58" fmla="*/ f47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4" y="f53"/>
                </a:cxn>
                <a:cxn ang="f29">
                  <a:pos x="f55" y="f56"/>
                </a:cxn>
                <a:cxn ang="f29">
                  <a:pos x="f54" y="f57"/>
                </a:cxn>
                <a:cxn ang="f29">
                  <a:pos x="f52" y="f57"/>
                </a:cxn>
                <a:cxn ang="f29">
                  <a:pos x="f58" y="f56"/>
                </a:cxn>
                <a:cxn ang="f29">
                  <a:pos x="f52" y="f53"/>
                </a:cxn>
              </a:cxnLst>
              <a:rect l="f48" t="f51" r="f49" b="f50"/>
              <a:pathLst>
                <a:path w="4415074" h="766545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000000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406130" tIns="11430" rIns="383270" bIns="11430" anchor="ctr" anchorCtr="1" compatLnSpc="1">
              <a:noAutofit/>
            </a:bodyPr>
            <a:lstStyle/>
            <a:p>
              <a:pPr marL="0" marR="0" lvl="0" indent="0" algn="ctr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Gill Sans MT"/>
                </a:rPr>
                <a:t>Das generelle Grundgerüst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C29B6EF-4871-A89E-E9D7-533390F29B79}"/>
                </a:ext>
              </a:extLst>
            </p:cNvPr>
            <p:cNvSpPr/>
            <p:nvPr/>
          </p:nvSpPr>
          <p:spPr>
            <a:xfrm>
              <a:off x="5911001" y="3223607"/>
              <a:ext cx="1776395" cy="9235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76400"/>
                <a:gd name="f7" fmla="val 923549"/>
                <a:gd name="f8" fmla="val 1314626"/>
                <a:gd name="f9" fmla="val 461775"/>
                <a:gd name="f10" fmla="+- 0 0 -90"/>
                <a:gd name="f11" fmla="*/ f3 1 1776400"/>
                <a:gd name="f12" fmla="*/ f4 1 923549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76400"/>
                <a:gd name="f21" fmla="*/ f17 1 923549"/>
                <a:gd name="f22" fmla="*/ 0 f18 1"/>
                <a:gd name="f23" fmla="*/ 0 f17 1"/>
                <a:gd name="f24" fmla="*/ 1314626 f18 1"/>
                <a:gd name="f25" fmla="*/ 1776400 f18 1"/>
                <a:gd name="f26" fmla="*/ 461775 f17 1"/>
                <a:gd name="f27" fmla="*/ 923549 f17 1"/>
                <a:gd name="f28" fmla="*/ 461775 f18 1"/>
                <a:gd name="f29" fmla="+- f19 0 f1"/>
                <a:gd name="f30" fmla="*/ f22 1 1776400"/>
                <a:gd name="f31" fmla="*/ f23 1 923549"/>
                <a:gd name="f32" fmla="*/ f24 1 1776400"/>
                <a:gd name="f33" fmla="*/ f25 1 1776400"/>
                <a:gd name="f34" fmla="*/ f26 1 923549"/>
                <a:gd name="f35" fmla="*/ f27 1 923549"/>
                <a:gd name="f36" fmla="*/ f28 1 1776400"/>
                <a:gd name="f37" fmla="*/ f13 1 f20"/>
                <a:gd name="f38" fmla="*/ f14 1 f20"/>
                <a:gd name="f39" fmla="*/ f13 1 f21"/>
                <a:gd name="f40" fmla="*/ f15 1 f21"/>
                <a:gd name="f41" fmla="*/ f30 1 f20"/>
                <a:gd name="f42" fmla="*/ f31 1 f21"/>
                <a:gd name="f43" fmla="*/ f32 1 f20"/>
                <a:gd name="f44" fmla="*/ f33 1 f20"/>
                <a:gd name="f45" fmla="*/ f34 1 f21"/>
                <a:gd name="f46" fmla="*/ f35 1 f21"/>
                <a:gd name="f47" fmla="*/ f36 1 f20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1 1"/>
                <a:gd name="f55" fmla="*/ f44 f11 1"/>
                <a:gd name="f56" fmla="*/ f45 f12 1"/>
                <a:gd name="f57" fmla="*/ f46 f12 1"/>
                <a:gd name="f58" fmla="*/ f47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4" y="f53"/>
                </a:cxn>
                <a:cxn ang="f29">
                  <a:pos x="f55" y="f56"/>
                </a:cxn>
                <a:cxn ang="f29">
                  <a:pos x="f54" y="f57"/>
                </a:cxn>
                <a:cxn ang="f29">
                  <a:pos x="f52" y="f57"/>
                </a:cxn>
                <a:cxn ang="f29">
                  <a:pos x="f58" y="f56"/>
                </a:cxn>
                <a:cxn ang="f29">
                  <a:pos x="f52" y="f53"/>
                </a:cxn>
              </a:cxnLst>
              <a:rect l="f48" t="f51" r="f49" b="f50"/>
              <a:pathLst>
                <a:path w="1776400" h="923549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484632" tIns="11430" rIns="461772" bIns="11430" anchor="ctr" anchorCtr="1" compatLnSpc="1">
              <a:noAutofit/>
            </a:bodyPr>
            <a:lstStyle/>
            <a:p>
              <a:pPr marL="0" marR="0" lvl="0" indent="0" algn="ctr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Gill Sans MT"/>
                </a:rPr>
                <a:t>Erstellen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6A5693-B1A0-4A2A-682A-CB92C932CC12}"/>
                </a:ext>
              </a:extLst>
            </p:cNvPr>
            <p:cNvSpPr/>
            <p:nvPr/>
          </p:nvSpPr>
          <p:spPr>
            <a:xfrm>
              <a:off x="7387245" y="3302108"/>
              <a:ext cx="4415070" cy="76654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15074"/>
                <a:gd name="f7" fmla="val 766545"/>
                <a:gd name="f8" fmla="val 4031802"/>
                <a:gd name="f9" fmla="val 383273"/>
                <a:gd name="f10" fmla="+- 0 0 -90"/>
                <a:gd name="f11" fmla="*/ f3 1 4415074"/>
                <a:gd name="f12" fmla="*/ f4 1 766545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4415074"/>
                <a:gd name="f21" fmla="*/ f17 1 766545"/>
                <a:gd name="f22" fmla="*/ 0 f18 1"/>
                <a:gd name="f23" fmla="*/ 0 f17 1"/>
                <a:gd name="f24" fmla="*/ 4031802 f18 1"/>
                <a:gd name="f25" fmla="*/ 4415074 f18 1"/>
                <a:gd name="f26" fmla="*/ 383273 f17 1"/>
                <a:gd name="f27" fmla="*/ 766545 f17 1"/>
                <a:gd name="f28" fmla="*/ 383273 f18 1"/>
                <a:gd name="f29" fmla="+- f19 0 f1"/>
                <a:gd name="f30" fmla="*/ f22 1 4415074"/>
                <a:gd name="f31" fmla="*/ f23 1 766545"/>
                <a:gd name="f32" fmla="*/ f24 1 4415074"/>
                <a:gd name="f33" fmla="*/ f25 1 4415074"/>
                <a:gd name="f34" fmla="*/ f26 1 766545"/>
                <a:gd name="f35" fmla="*/ f27 1 766545"/>
                <a:gd name="f36" fmla="*/ f28 1 4415074"/>
                <a:gd name="f37" fmla="*/ f13 1 f20"/>
                <a:gd name="f38" fmla="*/ f14 1 f20"/>
                <a:gd name="f39" fmla="*/ f13 1 f21"/>
                <a:gd name="f40" fmla="*/ f15 1 f21"/>
                <a:gd name="f41" fmla="*/ f30 1 f20"/>
                <a:gd name="f42" fmla="*/ f31 1 f21"/>
                <a:gd name="f43" fmla="*/ f32 1 f20"/>
                <a:gd name="f44" fmla="*/ f33 1 f20"/>
                <a:gd name="f45" fmla="*/ f34 1 f21"/>
                <a:gd name="f46" fmla="*/ f35 1 f21"/>
                <a:gd name="f47" fmla="*/ f36 1 f20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1 1"/>
                <a:gd name="f55" fmla="*/ f44 f11 1"/>
                <a:gd name="f56" fmla="*/ f45 f12 1"/>
                <a:gd name="f57" fmla="*/ f46 f12 1"/>
                <a:gd name="f58" fmla="*/ f47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4" y="f53"/>
                </a:cxn>
                <a:cxn ang="f29">
                  <a:pos x="f55" y="f56"/>
                </a:cxn>
                <a:cxn ang="f29">
                  <a:pos x="f54" y="f57"/>
                </a:cxn>
                <a:cxn ang="f29">
                  <a:pos x="f52" y="f57"/>
                </a:cxn>
                <a:cxn ang="f29">
                  <a:pos x="f58" y="f56"/>
                </a:cxn>
                <a:cxn ang="f29">
                  <a:pos x="f52" y="f53"/>
                </a:cxn>
              </a:cxnLst>
              <a:rect l="f48" t="f51" r="f49" b="f50"/>
              <a:pathLst>
                <a:path w="4415074" h="766545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000000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406130" tIns="11430" rIns="383270" bIns="11430" anchor="ctr" anchorCtr="1" compatLnSpc="1">
              <a:noAutofit/>
            </a:bodyPr>
            <a:lstStyle/>
            <a:p>
              <a:pPr marL="0" marR="0" lvl="0" indent="0" algn="ctr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 dirty="0" err="1">
                  <a:solidFill>
                    <a:srgbClr val="000000"/>
                  </a:solidFill>
                  <a:uFillTx/>
                  <a:latin typeface="Gill Sans MT"/>
                </a:rPr>
                <a:t>Schreiben</a:t>
              </a:r>
              <a:r>
                <a:rPr lang="en-US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Gill Sans MT"/>
                </a:rPr>
                <a:t> des Codes, </a:t>
              </a:r>
              <a:r>
                <a:rPr lang="en-US" sz="1800" b="0" i="0" u="none" strike="noStrike" kern="1200" cap="none" spc="0" baseline="0" dirty="0" err="1">
                  <a:solidFill>
                    <a:srgbClr val="000000"/>
                  </a:solidFill>
                  <a:uFillTx/>
                  <a:latin typeface="Gill Sans MT"/>
                </a:rPr>
                <a:t>Fehlerberichtigung</a:t>
              </a:r>
              <a:r>
                <a:rPr lang="en-US" sz="1800" b="0" i="0" u="none" strike="noStrike" kern="1200" cap="none" spc="0" baseline="0" dirty="0">
                  <a:solidFill>
                    <a:srgbClr val="000000"/>
                  </a:solidFill>
                  <a:uFillTx/>
                  <a:latin typeface="Gill Sans MT"/>
                </a:rPr>
                <a:t> und UML </a:t>
              </a:r>
              <a:r>
                <a:rPr lang="en-US" sz="1800" b="0" i="0" u="none" strike="noStrike" kern="1200" cap="none" spc="0" baseline="0" dirty="0" err="1">
                  <a:solidFill>
                    <a:srgbClr val="000000"/>
                  </a:solidFill>
                  <a:uFillTx/>
                  <a:latin typeface="Gill Sans MT"/>
                </a:rPr>
                <a:t>Diagramm</a:t>
              </a:r>
              <a:endParaRPr lang="en-US" sz="1800" b="0" i="0" u="none" strike="noStrike" kern="1200" cap="none" spc="0" baseline="0" dirty="0">
                <a:solidFill>
                  <a:srgbClr val="000000"/>
                </a:solidFill>
                <a:uFillTx/>
                <a:latin typeface="Gill Sans MT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F427F5-83AC-764B-0D89-05039765AD89}"/>
                </a:ext>
              </a:extLst>
            </p:cNvPr>
            <p:cNvSpPr/>
            <p:nvPr/>
          </p:nvSpPr>
          <p:spPr>
            <a:xfrm>
              <a:off x="5911001" y="4276447"/>
              <a:ext cx="1776395" cy="92355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76400"/>
                <a:gd name="f7" fmla="val 923549"/>
                <a:gd name="f8" fmla="val 1314626"/>
                <a:gd name="f9" fmla="val 461775"/>
                <a:gd name="f10" fmla="+- 0 0 -90"/>
                <a:gd name="f11" fmla="*/ f3 1 1776400"/>
                <a:gd name="f12" fmla="*/ f4 1 923549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1776400"/>
                <a:gd name="f21" fmla="*/ f17 1 923549"/>
                <a:gd name="f22" fmla="*/ 0 f18 1"/>
                <a:gd name="f23" fmla="*/ 0 f17 1"/>
                <a:gd name="f24" fmla="*/ 1314626 f18 1"/>
                <a:gd name="f25" fmla="*/ 1776400 f18 1"/>
                <a:gd name="f26" fmla="*/ 461775 f17 1"/>
                <a:gd name="f27" fmla="*/ 923549 f17 1"/>
                <a:gd name="f28" fmla="*/ 461775 f18 1"/>
                <a:gd name="f29" fmla="+- f19 0 f1"/>
                <a:gd name="f30" fmla="*/ f22 1 1776400"/>
                <a:gd name="f31" fmla="*/ f23 1 923549"/>
                <a:gd name="f32" fmla="*/ f24 1 1776400"/>
                <a:gd name="f33" fmla="*/ f25 1 1776400"/>
                <a:gd name="f34" fmla="*/ f26 1 923549"/>
                <a:gd name="f35" fmla="*/ f27 1 923549"/>
                <a:gd name="f36" fmla="*/ f28 1 1776400"/>
                <a:gd name="f37" fmla="*/ f13 1 f20"/>
                <a:gd name="f38" fmla="*/ f14 1 f20"/>
                <a:gd name="f39" fmla="*/ f13 1 f21"/>
                <a:gd name="f40" fmla="*/ f15 1 f21"/>
                <a:gd name="f41" fmla="*/ f30 1 f20"/>
                <a:gd name="f42" fmla="*/ f31 1 f21"/>
                <a:gd name="f43" fmla="*/ f32 1 f20"/>
                <a:gd name="f44" fmla="*/ f33 1 f20"/>
                <a:gd name="f45" fmla="*/ f34 1 f21"/>
                <a:gd name="f46" fmla="*/ f35 1 f21"/>
                <a:gd name="f47" fmla="*/ f36 1 f20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1 1"/>
                <a:gd name="f55" fmla="*/ f44 f11 1"/>
                <a:gd name="f56" fmla="*/ f45 f12 1"/>
                <a:gd name="f57" fmla="*/ f46 f12 1"/>
                <a:gd name="f58" fmla="*/ f47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4" y="f53"/>
                </a:cxn>
                <a:cxn ang="f29">
                  <a:pos x="f55" y="f56"/>
                </a:cxn>
                <a:cxn ang="f29">
                  <a:pos x="f54" y="f57"/>
                </a:cxn>
                <a:cxn ang="f29">
                  <a:pos x="f52" y="f57"/>
                </a:cxn>
                <a:cxn ang="f29">
                  <a:pos x="f58" y="f56"/>
                </a:cxn>
                <a:cxn ang="f29">
                  <a:pos x="f52" y="f53"/>
                </a:cxn>
              </a:cxnLst>
              <a:rect l="f48" t="f51" r="f49" b="f50"/>
              <a:pathLst>
                <a:path w="1776400" h="923549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484632" tIns="11430" rIns="461772" bIns="11430" anchor="ctr" anchorCtr="1" compatLnSpc="1">
              <a:noAutofit/>
            </a:bodyPr>
            <a:lstStyle/>
            <a:p>
              <a:pPr marL="0" marR="0" lvl="0" indent="0" algn="ctr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Gill Sans MT"/>
                </a:rPr>
                <a:t>Prüfung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B01AA27-7241-57F9-6C6B-02EEB3C8B4D4}"/>
                </a:ext>
              </a:extLst>
            </p:cNvPr>
            <p:cNvSpPr/>
            <p:nvPr/>
          </p:nvSpPr>
          <p:spPr>
            <a:xfrm>
              <a:off x="7387245" y="4354958"/>
              <a:ext cx="4415070" cy="76654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4415074"/>
                <a:gd name="f7" fmla="val 766545"/>
                <a:gd name="f8" fmla="val 4031802"/>
                <a:gd name="f9" fmla="val 383273"/>
                <a:gd name="f10" fmla="+- 0 0 -90"/>
                <a:gd name="f11" fmla="*/ f3 1 4415074"/>
                <a:gd name="f12" fmla="*/ f4 1 766545"/>
                <a:gd name="f13" fmla="val f5"/>
                <a:gd name="f14" fmla="val f6"/>
                <a:gd name="f15" fmla="val f7"/>
                <a:gd name="f16" fmla="*/ f10 f0 1"/>
                <a:gd name="f17" fmla="+- f15 0 f13"/>
                <a:gd name="f18" fmla="+- f14 0 f13"/>
                <a:gd name="f19" fmla="*/ f16 1 f2"/>
                <a:gd name="f20" fmla="*/ f18 1 4415074"/>
                <a:gd name="f21" fmla="*/ f17 1 766545"/>
                <a:gd name="f22" fmla="*/ 0 f18 1"/>
                <a:gd name="f23" fmla="*/ 0 f17 1"/>
                <a:gd name="f24" fmla="*/ 4031802 f18 1"/>
                <a:gd name="f25" fmla="*/ 4415074 f18 1"/>
                <a:gd name="f26" fmla="*/ 383273 f17 1"/>
                <a:gd name="f27" fmla="*/ 766545 f17 1"/>
                <a:gd name="f28" fmla="*/ 383273 f18 1"/>
                <a:gd name="f29" fmla="+- f19 0 f1"/>
                <a:gd name="f30" fmla="*/ f22 1 4415074"/>
                <a:gd name="f31" fmla="*/ f23 1 766545"/>
                <a:gd name="f32" fmla="*/ f24 1 4415074"/>
                <a:gd name="f33" fmla="*/ f25 1 4415074"/>
                <a:gd name="f34" fmla="*/ f26 1 766545"/>
                <a:gd name="f35" fmla="*/ f27 1 766545"/>
                <a:gd name="f36" fmla="*/ f28 1 4415074"/>
                <a:gd name="f37" fmla="*/ f13 1 f20"/>
                <a:gd name="f38" fmla="*/ f14 1 f20"/>
                <a:gd name="f39" fmla="*/ f13 1 f21"/>
                <a:gd name="f40" fmla="*/ f15 1 f21"/>
                <a:gd name="f41" fmla="*/ f30 1 f20"/>
                <a:gd name="f42" fmla="*/ f31 1 f21"/>
                <a:gd name="f43" fmla="*/ f32 1 f20"/>
                <a:gd name="f44" fmla="*/ f33 1 f20"/>
                <a:gd name="f45" fmla="*/ f34 1 f21"/>
                <a:gd name="f46" fmla="*/ f35 1 f21"/>
                <a:gd name="f47" fmla="*/ f36 1 f20"/>
                <a:gd name="f48" fmla="*/ f37 f11 1"/>
                <a:gd name="f49" fmla="*/ f38 f11 1"/>
                <a:gd name="f50" fmla="*/ f40 f12 1"/>
                <a:gd name="f51" fmla="*/ f39 f12 1"/>
                <a:gd name="f52" fmla="*/ f41 f11 1"/>
                <a:gd name="f53" fmla="*/ f42 f12 1"/>
                <a:gd name="f54" fmla="*/ f43 f11 1"/>
                <a:gd name="f55" fmla="*/ f44 f11 1"/>
                <a:gd name="f56" fmla="*/ f45 f12 1"/>
                <a:gd name="f57" fmla="*/ f46 f12 1"/>
                <a:gd name="f58" fmla="*/ f47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52" y="f53"/>
                </a:cxn>
                <a:cxn ang="f29">
                  <a:pos x="f54" y="f53"/>
                </a:cxn>
                <a:cxn ang="f29">
                  <a:pos x="f55" y="f56"/>
                </a:cxn>
                <a:cxn ang="f29">
                  <a:pos x="f54" y="f57"/>
                </a:cxn>
                <a:cxn ang="f29">
                  <a:pos x="f52" y="f57"/>
                </a:cxn>
                <a:cxn ang="f29">
                  <a:pos x="f58" y="f56"/>
                </a:cxn>
                <a:cxn ang="f29">
                  <a:pos x="f52" y="f53"/>
                </a:cxn>
              </a:cxnLst>
              <a:rect l="f48" t="f51" r="f49" b="f50"/>
              <a:pathLst>
                <a:path w="4415074" h="766545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000000">
                  <a:alpha val="90000"/>
                </a:srgbClr>
              </a:solidFill>
              <a:prstDash val="solid"/>
              <a:miter/>
            </a:ln>
          </p:spPr>
          <p:txBody>
            <a:bodyPr vert="horz" wrap="square" lIns="406130" tIns="11430" rIns="383270" bIns="11430" anchor="ctr" anchorCtr="1" compatLnSpc="1">
              <a:noAutofit/>
            </a:bodyPr>
            <a:lstStyle/>
            <a:p>
              <a:pPr marL="0" marR="0" lvl="0" indent="0" algn="ctr" defTabSz="80010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800" b="0" i="0" u="none" strike="noStrike" kern="1200" cap="none" spc="0" baseline="0">
                  <a:solidFill>
                    <a:srgbClr val="000000"/>
                  </a:solidFill>
                  <a:uFillTx/>
                  <a:latin typeface="Gill Sans MT"/>
                </a:rPr>
                <a:t>Finalisierung des Spiels und letzte Anpassungen</a:t>
              </a:r>
            </a:p>
          </p:txBody>
        </p:sp>
      </p:grpSp>
      <p:pic>
        <p:nvPicPr>
          <p:cNvPr id="11" name="Picture Placeholder 7" descr="Logo">
            <a:extLst>
              <a:ext uri="{FF2B5EF4-FFF2-40B4-BE49-F238E27FC236}">
                <a16:creationId xmlns:a16="http://schemas.microsoft.com/office/drawing/2014/main" id="{AA7EE2ED-83F2-3CB0-C9C3-F7624F13B05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78760D4-13F3-3248-A209-D790FF40CB8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Die </a:t>
            </a:r>
            <a:r>
              <a:rPr lang="en-US" dirty="0" err="1"/>
              <a:t>Beziehungen</a:t>
            </a:r>
            <a:r>
              <a:rPr lang="en-US" dirty="0"/>
              <a:t> und  OOP </a:t>
            </a:r>
            <a:r>
              <a:rPr lang="en-US" dirty="0" err="1"/>
              <a:t>Konzepte</a:t>
            </a:r>
            <a:r>
              <a:rPr lang="en-US" dirty="0"/>
              <a:t> in </a:t>
            </a:r>
            <a:r>
              <a:rPr lang="en-US" dirty="0" err="1"/>
              <a:t>unserem</a:t>
            </a:r>
            <a:r>
              <a:rPr lang="en-US" dirty="0"/>
              <a:t> Projekt</a:t>
            </a:r>
          </a:p>
        </p:txBody>
      </p:sp>
      <p:pic>
        <p:nvPicPr>
          <p:cNvPr id="3" name="Picture Placeholder 7" descr="A white and black logo">
            <a:extLst>
              <a:ext uri="{FF2B5EF4-FFF2-40B4-BE49-F238E27FC236}">
                <a16:creationId xmlns:a16="http://schemas.microsoft.com/office/drawing/2014/main" id="{43656F0B-50C7-BEC3-E9A5-2A54DA7EEA1A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biLevel thresh="50000"/>
          </a:blip>
          <a:srcRect l="8" r="8"/>
          <a:stretch>
            <a:fillRect/>
          </a:stretch>
        </p:blipFill>
        <p:spPr>
          <a:xfrm>
            <a:off x="5232260" y="1008052"/>
            <a:ext cx="5833872" cy="5047488"/>
          </a:xfrm>
        </p:spPr>
      </p:pic>
      <p:pic>
        <p:nvPicPr>
          <p:cNvPr id="4" name="Picture Placeholder 12" descr="Logo">
            <a:extLst>
              <a:ext uri="{FF2B5EF4-FFF2-40B4-BE49-F238E27FC236}">
                <a16:creationId xmlns:a16="http://schemas.microsoft.com/office/drawing/2014/main" id="{68F4887D-0219-2F7B-D1D5-ABC1F8F789C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458BF00-A036-5C59-54CD-2035E25F20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36" y="471055"/>
            <a:ext cx="5493043" cy="581890"/>
          </a:xfrm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DE" dirty="0"/>
              <a:t>Die Beziehungsarten im Projekt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F76DAA95-AD6F-98F7-E026-944DEB37253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49263" y="2076053"/>
            <a:ext cx="5459416" cy="3403177"/>
          </a:xfrm>
        </p:spPr>
        <p:txBody>
          <a:bodyPr tIns="0"/>
          <a:lstStyle/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de-DE" sz="1800" b="1" dirty="0">
                <a:solidFill>
                  <a:srgbClr val="FFFFFF"/>
                </a:solidFill>
              </a:rPr>
              <a:t>Komposition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en-DE" sz="1800" b="1" dirty="0">
                <a:solidFill>
                  <a:srgbClr val="FFFFFF"/>
                </a:solidFill>
              </a:rPr>
              <a:t>Aggregation</a:t>
            </a:r>
            <a:endParaRPr lang="de-DE" sz="1800" b="1" dirty="0">
              <a:solidFill>
                <a:srgbClr val="FFFFFF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de-DE" sz="1800" b="1" dirty="0">
                <a:solidFill>
                  <a:srgbClr val="FFFFFF"/>
                </a:solidFill>
              </a:rPr>
              <a:t>Assoziation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en-DE" sz="1800" b="1" dirty="0">
                <a:solidFill>
                  <a:srgbClr val="FFFFFF"/>
                </a:solidFill>
              </a:rPr>
              <a:t>Abhängigkeit</a:t>
            </a:r>
            <a:endParaRPr lang="en-DE" sz="1800" dirty="0">
              <a:solidFill>
                <a:srgbClr val="FFFFFF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None/>
            </a:pPr>
            <a:endParaRPr lang="de-DE" sz="1800" b="1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endParaRPr lang="de-DE" sz="1800" b="1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59B43D26-73DF-B71D-88D6-0ED3D9AEAF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14374" y="2076053"/>
            <a:ext cx="5799856" cy="3403177"/>
          </a:xfrm>
        </p:spPr>
        <p:txBody>
          <a:bodyPr tIns="0"/>
          <a:lstStyle/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de-DE" sz="1800" b="1" dirty="0">
                <a:solidFill>
                  <a:srgbClr val="FFFFFF"/>
                </a:solidFill>
              </a:rPr>
              <a:t>Vererbung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de-DE" sz="1800" b="1" dirty="0">
                <a:solidFill>
                  <a:srgbClr val="FFFFFF"/>
                </a:solidFill>
              </a:rPr>
              <a:t>Polymorphie</a:t>
            </a:r>
          </a:p>
          <a:p>
            <a:pPr lv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</a:pPr>
            <a:r>
              <a:rPr lang="de-DE" sz="1800" b="1" dirty="0">
                <a:solidFill>
                  <a:srgbClr val="FFFFFF"/>
                </a:solidFill>
              </a:rPr>
              <a:t>Kapselung</a:t>
            </a:r>
            <a:endParaRPr lang="en-DE" sz="1800" dirty="0">
              <a:solidFill>
                <a:srgbClr val="FFFFFF"/>
              </a:solidFill>
            </a:endParaRPr>
          </a:p>
        </p:txBody>
      </p:sp>
      <p:pic>
        <p:nvPicPr>
          <p:cNvPr id="5" name="Picture Placeholder 18" descr="Logo">
            <a:extLst>
              <a:ext uri="{FF2B5EF4-FFF2-40B4-BE49-F238E27FC236}">
                <a16:creationId xmlns:a16="http://schemas.microsoft.com/office/drawing/2014/main" id="{CDB4879D-6E52-D8C1-C46E-E2F63FDEEF2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658E7AD-3D82-C6BC-2EC3-A5511190891A}"/>
              </a:ext>
            </a:extLst>
          </p:cNvPr>
          <p:cNvSpPr txBox="1">
            <a:spLocks/>
          </p:cNvSpPr>
          <p:nvPr/>
        </p:nvSpPr>
        <p:spPr>
          <a:xfrm>
            <a:off x="5908679" y="471055"/>
            <a:ext cx="5895394" cy="581890"/>
          </a:xfrm>
          <a:prstGeom prst="rect">
            <a:avLst/>
          </a:prstGeom>
          <a:noFill/>
          <a:ln w="12701">
            <a:solidFill>
              <a:srgbClr val="FFFFFF"/>
            </a:solidFill>
            <a:prstDash val="solid"/>
          </a:ln>
        </p:spPr>
        <p:txBody>
          <a:bodyPr vert="horz" wrap="square" lIns="182880" tIns="45720" rIns="91440" bIns="45720" anchor="ctr" anchorCtr="0" compatLnSpc="1">
            <a:normAutofit/>
          </a:bodyPr>
          <a:lstStyle>
            <a:lvl1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all" spc="0" baseline="0">
                <a:solidFill>
                  <a:srgbClr val="FFFFFF"/>
                </a:solidFill>
                <a:uFillTx/>
                <a:latin typeface="Impact"/>
              </a:defRPr>
            </a:lvl1pPr>
          </a:lstStyle>
          <a:p>
            <a:r>
              <a:rPr lang="de-DE" dirty="0"/>
              <a:t>OOP-Konzepte im projekt</a:t>
            </a:r>
          </a:p>
        </p:txBody>
      </p:sp>
    </p:spTree>
    <p:extLst>
      <p:ext uri="{BB962C8B-B14F-4D97-AF65-F5344CB8AC3E}">
        <p14:creationId xmlns:p14="http://schemas.microsoft.com/office/powerpoint/2010/main" val="57906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D8ABE-0666-7C90-3A32-78C917F2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572C69E-5FBB-76BC-98AD-105FCCD0C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B7797117-5278-CD02-82CF-C5D1CCBA033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1DCF7-DC16-D62C-D0BC-D1D397A456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88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E0FF-854D-B55D-6415-4221EADD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BD8E447-87B4-5DAF-F4AC-B862295A4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3C8072B3-D694-6AF4-77FE-30F4375C5A8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30F3B8-02AE-A951-2031-9369233DB1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38B3B5-142F-E3E9-F9E0-742DEA84A2A1}"/>
              </a:ext>
            </a:extLst>
          </p:cNvPr>
          <p:cNvSpPr/>
          <p:nvPr/>
        </p:nvSpPr>
        <p:spPr>
          <a:xfrm>
            <a:off x="1847088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81C93E-3C4D-5C4E-3E3D-690610C0C4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926" y="1299410"/>
            <a:ext cx="4888388" cy="18737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80128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C7D4D-4EA6-CEDC-3324-59151C57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E512EF9-7DB9-DC2C-44AA-8E710BADE7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6A79DB8D-E671-8F42-015F-274834744BC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A4DB52-6725-3CBB-9517-29F3A91669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F535063-FE89-9F5B-F433-3849123A8811}"/>
              </a:ext>
            </a:extLst>
          </p:cNvPr>
          <p:cNvSpPr/>
          <p:nvPr/>
        </p:nvSpPr>
        <p:spPr>
          <a:xfrm>
            <a:off x="1847088" y="1203542"/>
            <a:ext cx="7882128" cy="5041810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45C916-B480-1F44-FF12-AFBF363840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088" y="2013527"/>
            <a:ext cx="8144524" cy="31218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3042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34F4-8B41-8943-B7B9-4ACB7AD04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B3F3079-DB4F-6A41-DE87-1723E7375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4D03E405-65E5-C9FE-AB74-0CDEBDEEC49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FD2BFC-4359-EB24-3D98-5477015A3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909A82-F30A-6035-D599-9C6CF5EBB927}"/>
              </a:ext>
            </a:extLst>
          </p:cNvPr>
          <p:cNvSpPr/>
          <p:nvPr/>
        </p:nvSpPr>
        <p:spPr>
          <a:xfrm>
            <a:off x="1847088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E0C15E-EDB8-99B0-17E9-209CA24222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926" y="1299410"/>
            <a:ext cx="4888388" cy="18737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2785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44E2-01D0-AB2E-D65E-C0D52FC10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193DB44-BDFD-F24A-3FFA-82AFF320F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1DE318F1-649B-F591-5F7D-AD487B94498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5DEAE-327F-1624-FC67-E78A987062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72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C514-A3ED-504E-76E0-41D1C563F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955BCFB-51E6-8A99-F9B4-81B0A86316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7C97A748-B04D-4D2D-C77F-1471A1F99CA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87F0FE-65AA-91BE-A552-7E61DECAF7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662CC8-3449-A527-3196-CF249F3775CD}"/>
              </a:ext>
            </a:extLst>
          </p:cNvPr>
          <p:cNvSpPr/>
          <p:nvPr/>
        </p:nvSpPr>
        <p:spPr>
          <a:xfrm>
            <a:off x="1847088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40E0B-B052-60ED-E06F-8F1E7A7405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883" y="1308678"/>
            <a:ext cx="2878242" cy="185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38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1E202-85DA-DDA4-1D4C-5537CCF05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BE01B6C-D5BB-266D-C661-7F9C919E86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D09AFCB5-846A-C70B-B8E3-55244E3E53F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40C65E-F01C-9F51-DD9C-4D16BD3CF3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69B246-4CD2-4F36-33FA-F5F11920CE01}"/>
              </a:ext>
            </a:extLst>
          </p:cNvPr>
          <p:cNvSpPr/>
          <p:nvPr/>
        </p:nvSpPr>
        <p:spPr>
          <a:xfrm>
            <a:off x="1847088" y="1203542"/>
            <a:ext cx="7882128" cy="5041810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B5B224-7C89-988B-3988-804968AEA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755" y="1973697"/>
            <a:ext cx="4794091" cy="309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581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CB62-5C3D-5063-9018-FC94B3247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A4E636B-5D5F-80C6-4833-5D7E5F199C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EC50990C-E5E7-0355-961D-C58319E83612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B57E07-EDFC-482C-DAA2-F2AE668218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B34FE7-2789-ACF8-0AC9-A255D8420A7E}"/>
              </a:ext>
            </a:extLst>
          </p:cNvPr>
          <p:cNvSpPr/>
          <p:nvPr/>
        </p:nvSpPr>
        <p:spPr>
          <a:xfrm>
            <a:off x="1847088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604136-AF42-6247-5E7C-C743B7C85A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883" y="1308678"/>
            <a:ext cx="2878242" cy="185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35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E37CC-F969-5EB9-02C5-92817F3BF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30F8664-592C-1DD1-9F97-D2477E653D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168BC0A3-729D-88D8-B730-A6EE15EDD47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F7E73E-A082-E215-0912-F2C8417EDC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49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CA645-EDA8-A167-378C-CF1CFF787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236F6DF-841F-4AF2-FED0-1345C015C9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441130A9-66A2-E4AF-BB36-4980255516A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66EA7B-F808-A7AA-862B-C185E9930A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96CCE3-1334-742F-FD49-8DA4E724E9FA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BA0E47-4B80-57E7-AE1F-78D7BF2744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935" y="1516208"/>
            <a:ext cx="1462721" cy="165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66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A6FF-50D6-7FF2-F631-D1970A1D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90B0ADE-CBAC-AEF8-DDC6-C666517879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BC0D9F45-1969-5416-A4D5-B419AE6DA436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F6E37F-AA42-9011-88F0-C42B526F12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C58B82-3948-AC98-588F-6C614F0FCEB9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9DE841-7A97-833F-41A1-838FC2DEC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790" y="1839480"/>
            <a:ext cx="2998356" cy="33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40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D655-C943-8779-59B4-149F6ADF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8E56C28-BED3-7C2F-1CDD-BA7D8D2E69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KOMPOSITION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137B9B6B-8E07-7B9C-BEB0-87B9D9FB41C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F241D0-9744-35EF-06F9-DB546307EB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FEC4186-1A98-6A23-EBE8-F0FC63879EA8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DF73D6-C2FF-F7D9-E83B-50C3170FE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935" y="1516208"/>
            <a:ext cx="1462721" cy="165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21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61AB-FA47-7C61-D3DF-2EDF0921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4DFA842-1CF9-6593-44AD-82CDD9961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D3C5B8AD-5964-9866-1E91-3EFCCC2CB5B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643EF4-9987-B7E8-47DE-8F208917AB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05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46149-49E4-78F2-B37B-67DD3597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190C20E-45D2-D035-9507-1082863C8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AGGREGATION</a:t>
            </a: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392842F4-20C0-0794-B99F-7DB184B064A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FC0B29-5EA0-54D1-FCA1-52EA2E9BC0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9394D24-E27B-9F7D-432F-5FE1114CA6BF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FE11E1-DD71-16F4-4B83-B6AF206746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891" y="1325118"/>
            <a:ext cx="3139917" cy="185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55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126C0-8774-62C5-13BB-C4A1CB0F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5F5579A-FA1C-6B23-374D-9ED03D06B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AGGREGATION</a:t>
            </a: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74EC46C9-D961-42D9-3C65-011E96D249BD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8C1AFA-1357-F92C-2094-F0514A2024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27A818-6868-E9DD-D520-41B11C49FD24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39D6F8-0253-A4C9-189D-624C6AFEE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110" y="1879300"/>
            <a:ext cx="4374700" cy="25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904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FFA16-1822-7E3F-A466-1790CB07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B832669-21F6-F499-7312-56A1736580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AGGREGATION</a:t>
            </a: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F2EB2695-CE21-02C8-5BE3-251E86870887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A1FBC4-A417-03BD-CB05-F6C7815FF6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0F8BE5-144D-569C-50E5-B12656EF6187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F94FF-D3ED-85E8-A95D-7F7AC28C20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891" y="1325118"/>
            <a:ext cx="3139917" cy="185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530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22DC-9090-9AA2-75CE-295A6753B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AF40258-47D1-045F-D82A-6486448D20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0B0B93B9-60C6-32AC-72E7-41A68067736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8CE064-DEB5-1F20-8D46-391E30F9D6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49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57FC-55F5-ACF3-B5B0-1D0A1EB9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EA68E87-CC8A-79A3-92A8-32427B2F66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ASSOZIATION &amp; </a:t>
            </a:r>
            <a:r>
              <a:rPr lang="en-US" dirty="0" err="1">
                <a:solidFill>
                  <a:schemeClr val="bg1"/>
                </a:solidFill>
              </a:rPr>
              <a:t>abhängigkeit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93C34B96-CC86-D1C6-4F7C-0CE50581FABA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F606E2-B4AE-74DD-11C0-BDF6C2CB38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148D20B-8762-1637-D046-C779CF2A606A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5329D-A589-C010-CBCF-66F01368CD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73" y="1583971"/>
            <a:ext cx="6563147" cy="30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695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9950E-CF47-D76D-5C30-0E7F0860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3667576-B188-B7BE-3687-7E4ACDEC4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ASSOZIATION &amp; </a:t>
            </a:r>
            <a:r>
              <a:rPr lang="en-US" dirty="0" err="1">
                <a:solidFill>
                  <a:schemeClr val="bg1"/>
                </a:solidFill>
              </a:rPr>
              <a:t>abhängigkeit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7639FAD8-B655-8B44-451D-DA5A36091AE3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8F4A4C-FB5A-F9C8-74C5-A76837633B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9DA972-77C2-0563-2690-193BDE0FD940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05B8E8-D912-B4AD-9ACC-A61D483405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039" y="1593206"/>
            <a:ext cx="8325163" cy="406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774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580A-04F5-5452-69A3-A0F47821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BBA9E41D-7A19-7F85-29ED-1DBCFEEAC4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ASSOZIATION &amp; </a:t>
            </a:r>
            <a:r>
              <a:rPr lang="en-US" dirty="0" err="1">
                <a:solidFill>
                  <a:schemeClr val="bg1"/>
                </a:solidFill>
              </a:rPr>
              <a:t>abhängigkeit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D410909C-0D2D-3990-6E1E-3947642770BD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696C72-C6C8-43B7-F6C4-980F44FE81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549523B-585A-E2B7-A393-886A9F44ACAB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5187FB-B629-2F95-DAF8-542070803C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73" y="1583971"/>
            <a:ext cx="6563147" cy="30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604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20B7-0FE8-73BB-F926-F88E78A8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930868A-0217-0D28-BB81-DF6A71D6E9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D29999A9-A4A0-52C7-8275-A3E538098BB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A0062D-6D30-5347-80B7-BC8129354E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47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1E66B-3FE7-0C2E-A3B3-297A1BB8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491797F-FCA0-7AE5-190D-66830DDDBF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abhängigkeit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5F19A887-B0E1-8551-30F7-93A5D50212E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D6A1E9-2D95-F232-3424-D00A3B6C86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B941AC-93E4-0419-1273-C0AA4FED300C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CE6AE-43A3-1F48-945B-F79190CD71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01" y="3724447"/>
            <a:ext cx="1450988" cy="24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129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49345-EA0E-0D4E-D73C-F353EC9B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4907E25-EEB3-98CA-2D5C-3908A3AFDF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abhängigkeit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4680A401-A06F-BE60-882D-B706623BAF54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D526F7-178C-D484-7D55-C7A6858578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7A82A7-26ED-6738-90EC-BCF410537829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A9BED6-B215-4081-B517-68256C0226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618" y="1763693"/>
            <a:ext cx="2368853" cy="392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32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0D4BD-2CC1-E14C-CACE-D358F9E64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5D295DA-93B2-286E-3B6D-A5396858E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abhängigkeit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F923DD7C-4150-CD0E-8F58-91EC5C75B75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DAAA73-26C1-DC5F-9BF8-64BCE5E7F0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346CDF-E831-8745-CD3A-5A8719B23A07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A0AFC9-791A-C598-F5F0-97F0CE8D0E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701" y="3724447"/>
            <a:ext cx="1450988" cy="24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73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17D7F-3D36-D262-56E6-96B37CBA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1697C7F3-9FD9-E815-B44F-AB16E07B4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F7CBA2FB-59FF-466A-9BF1-40E73EEF9BA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CCD22C-0192-5E1B-E175-510461053B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9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B0B51-4DAB-FE52-AA2A-51686357F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6BA88B09-3DF6-D84E-6CCF-34F73A84F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ASSOZIATION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0DFB3A73-E615-0D91-867C-CA71D07BD4E7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211670-66EE-96AF-C414-DE42A9136F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721517-28A6-D5CB-55A5-309E6A76C5D8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6EA864-2231-B512-3A6C-08B57D68A3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835" y="1231249"/>
            <a:ext cx="3582259" cy="46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615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65158-7514-508C-C919-B05371A4D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F834C4E7-1BB3-9875-67D7-34F80EB4F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ASSOZIATION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93A9A4ED-BA08-465A-6DEC-42237768983D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72A0CF-64D7-1119-19F9-9D086E1374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F6C9EA-E996-478D-AD28-B947E6A28E86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9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B09B83-1216-0E19-8022-423023550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962" y="1036654"/>
            <a:ext cx="3942474" cy="513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82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AE7C3-18B5-F1DC-70E1-AAB3ABC5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82596E4-5536-2C15-3CC3-6004AA896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>
                <a:solidFill>
                  <a:schemeClr val="bg1"/>
                </a:solidFill>
              </a:rPr>
              <a:t>ASSOZIATION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7BF54471-667B-7632-27C2-FC55CC5652B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5D911C-6DD8-0788-440C-586F1DBBF5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D737A73-0186-BF2A-983A-4DCC98F3EED2}"/>
              </a:ext>
            </a:extLst>
          </p:cNvPr>
          <p:cNvSpPr/>
          <p:nvPr/>
        </p:nvSpPr>
        <p:spPr>
          <a:xfrm>
            <a:off x="1884033" y="1203542"/>
            <a:ext cx="7882128" cy="5041810"/>
          </a:xfrm>
          <a:prstGeom prst="rect">
            <a:avLst/>
          </a:prstGeom>
          <a:solidFill>
            <a:schemeClr val="tx1">
              <a:alpha val="83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5904DF-782B-81B9-4D19-C9A5C293BF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835" y="1231249"/>
            <a:ext cx="3582259" cy="466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5629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9422-230F-58DF-A918-626CA73B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EF3CFB0-7FE1-1B42-E49C-82993BC1F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C29FB7B8-8A67-BA3B-1A70-0DF6BE3D6FDF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8B86F2-AC8E-FBD4-FD30-C298D801E5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0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002C6-A84C-1A08-86BD-1C1FC0FCD5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 err="1">
                <a:solidFill>
                  <a:schemeClr val="bg1"/>
                </a:solidFill>
              </a:rPr>
              <a:t>Abstrakt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5B6C180-7B13-D670-D9CF-48E7CDF57E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4689" y="4188006"/>
            <a:ext cx="8851904" cy="2188433"/>
          </a:xfrm>
        </p:spPr>
        <p:txBody>
          <a:bodyPr anchor="ctr"/>
          <a:lstStyle/>
          <a:p>
            <a:pPr lvl="0"/>
            <a:r>
              <a:rPr lang="de-DE" dirty="0">
                <a:solidFill>
                  <a:srgbClr val="FFFFFF"/>
                </a:solidFill>
              </a:rPr>
              <a:t>„Ich erkläre euch jetzt drei wichtige Konzepte an unserem Klassendiagramm: Abstraktion, Vererbung und Polymorphie.</a:t>
            </a:r>
          </a:p>
          <a:p>
            <a:pPr lvl="0"/>
            <a:r>
              <a:rPr lang="de-DE" b="1" u="sng" dirty="0">
                <a:solidFill>
                  <a:srgbClr val="FFFFFF"/>
                </a:solidFill>
              </a:rPr>
              <a:t>Abstrakt:</a:t>
            </a:r>
            <a:r>
              <a:rPr lang="de-DE" u="sng" dirty="0">
                <a:solidFill>
                  <a:srgbClr val="FFFFFF"/>
                </a:solidFill>
              </a:rPr>
              <a:t> </a:t>
            </a:r>
            <a:r>
              <a:rPr lang="de-DE" dirty="0">
                <a:solidFill>
                  <a:srgbClr val="FFFFFF"/>
                </a:solidFill>
              </a:rPr>
              <a:t>Ganz oben steht die Klasse </a:t>
            </a:r>
            <a:r>
              <a:rPr lang="de-DE" b="1" dirty="0">
                <a:solidFill>
                  <a:srgbClr val="FFFFFF"/>
                </a:solidFill>
              </a:rPr>
              <a:t>Space</a:t>
            </a:r>
            <a:r>
              <a:rPr lang="de-DE" dirty="0">
                <a:solidFill>
                  <a:srgbClr val="FFFFFF"/>
                </a:solidFill>
              </a:rPr>
              <a:t>. Sie ist eine </a:t>
            </a:r>
            <a:r>
              <a:rPr lang="de-DE" b="1" dirty="0">
                <a:solidFill>
                  <a:srgbClr val="FFFFFF"/>
                </a:solidFill>
              </a:rPr>
              <a:t>abstrakte Klasse</a:t>
            </a:r>
            <a:r>
              <a:rPr lang="de-DE" dirty="0">
                <a:solidFill>
                  <a:srgbClr val="FFFFFF"/>
                </a:solidFill>
              </a:rPr>
              <a:t>. Das bedeutet: Sie ist nur ein theoretischer Bauplan. Man kann im Spiel kein Objekt direkt von Space erstellen.</a:t>
            </a:r>
          </a:p>
        </p:txBody>
      </p:sp>
      <p:pic>
        <p:nvPicPr>
          <p:cNvPr id="4" name="Picture Placeholder 10" descr="Logo">
            <a:extLst>
              <a:ext uri="{FF2B5EF4-FFF2-40B4-BE49-F238E27FC236}">
                <a16:creationId xmlns:a16="http://schemas.microsoft.com/office/drawing/2014/main" id="{D77ED4AD-6CE3-7F9D-E032-7CF2CF47689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sp>
        <p:nvSpPr>
          <p:cNvPr id="5" name="Rectangle 25">
            <a:extLst>
              <a:ext uri="{FF2B5EF4-FFF2-40B4-BE49-F238E27FC236}">
                <a16:creationId xmlns:a16="http://schemas.microsoft.com/office/drawing/2014/main" id="{EAE22FAF-8C5A-AA62-B90B-407C4544BA14}"/>
              </a:ext>
            </a:extLst>
          </p:cNvPr>
          <p:cNvSpPr/>
          <p:nvPr/>
        </p:nvSpPr>
        <p:spPr>
          <a:xfrm>
            <a:off x="397764" y="3470239"/>
            <a:ext cx="9473065" cy="87882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2E48710B-029B-40F0-4CC9-93CE73EA7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" y="1201411"/>
            <a:ext cx="9925053" cy="327659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51739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E4143-A38B-6DB3-F766-D85FDE165C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 err="1">
                <a:solidFill>
                  <a:schemeClr val="bg1"/>
                </a:solidFill>
              </a:rPr>
              <a:t>Vererbung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B01E781-7263-8D5A-4B70-B287405F3B3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97764" y="1170660"/>
            <a:ext cx="8851904" cy="2188433"/>
          </a:xfrm>
        </p:spPr>
        <p:txBody>
          <a:bodyPr anchor="ctr"/>
          <a:lstStyle/>
          <a:p>
            <a:pPr lvl="0"/>
            <a:r>
              <a:rPr lang="de-DE" b="1" u="sng" dirty="0">
                <a:solidFill>
                  <a:srgbClr val="FFFFFF"/>
                </a:solidFill>
              </a:rPr>
              <a:t>Vererbung:</a:t>
            </a:r>
            <a:r>
              <a:rPr lang="de-DE" u="sng" dirty="0">
                <a:solidFill>
                  <a:srgbClr val="FFFFFF"/>
                </a:solidFill>
              </a:rPr>
              <a:t> </a:t>
            </a:r>
            <a:r>
              <a:rPr lang="de-DE" dirty="0">
                <a:solidFill>
                  <a:srgbClr val="FFFFFF"/>
                </a:solidFill>
              </a:rPr>
              <a:t>Darunter seht ihr fünf Unterklassen – von </a:t>
            </a:r>
            <a:r>
              <a:rPr lang="de-DE" b="1" dirty="0">
                <a:solidFill>
                  <a:srgbClr val="FFFFFF"/>
                </a:solidFill>
              </a:rPr>
              <a:t>MoneySpace</a:t>
            </a:r>
            <a:r>
              <a:rPr lang="de-DE" dirty="0">
                <a:solidFill>
                  <a:srgbClr val="FFFFFF"/>
                </a:solidFill>
              </a:rPr>
              <a:t> bis </a:t>
            </a:r>
            <a:r>
              <a:rPr lang="de-DE" b="1" dirty="0">
                <a:solidFill>
                  <a:srgbClr val="FFFFFF"/>
                </a:solidFill>
              </a:rPr>
              <a:t>EstateSpace</a:t>
            </a:r>
            <a:r>
              <a:rPr lang="de-DE" dirty="0">
                <a:solidFill>
                  <a:srgbClr val="FFFFFF"/>
                </a:solidFill>
              </a:rPr>
              <a:t>. Diese Klassen </a:t>
            </a:r>
            <a:r>
              <a:rPr lang="de-DE" b="1" dirty="0">
                <a:solidFill>
                  <a:srgbClr val="FFFFFF"/>
                </a:solidFill>
              </a:rPr>
              <a:t>erben</a:t>
            </a:r>
            <a:r>
              <a:rPr lang="de-DE" dirty="0">
                <a:solidFill>
                  <a:srgbClr val="FFFFFF"/>
                </a:solidFill>
              </a:rPr>
              <a:t> von Space. Sie übernehmen automatisch alle Eigenschaften und Methoden vom Bauplan, damit wir den Code nicht fünfmal schreiben müssen.</a:t>
            </a:r>
          </a:p>
        </p:txBody>
      </p:sp>
      <p:pic>
        <p:nvPicPr>
          <p:cNvPr id="4" name="Picture Placeholder 10" descr="Logo">
            <a:extLst>
              <a:ext uri="{FF2B5EF4-FFF2-40B4-BE49-F238E27FC236}">
                <a16:creationId xmlns:a16="http://schemas.microsoft.com/office/drawing/2014/main" id="{FD4CD342-6E62-0636-3809-B3C2C8B38AB9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sp>
        <p:nvSpPr>
          <p:cNvPr id="5" name="Rectangle 25">
            <a:extLst>
              <a:ext uri="{FF2B5EF4-FFF2-40B4-BE49-F238E27FC236}">
                <a16:creationId xmlns:a16="http://schemas.microsoft.com/office/drawing/2014/main" id="{BF562800-C8E2-5C1C-ACD4-87C2E4A6CFE7}"/>
              </a:ext>
            </a:extLst>
          </p:cNvPr>
          <p:cNvSpPr/>
          <p:nvPr/>
        </p:nvSpPr>
        <p:spPr>
          <a:xfrm>
            <a:off x="397764" y="3470239"/>
            <a:ext cx="9473065" cy="87882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D33A8963-2B88-5A85-A82F-4B3E823DD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" y="2853897"/>
            <a:ext cx="9925053" cy="327659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418598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449F62C-0554-D4DE-2B5F-7D8EC26265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>
                <a:solidFill>
                  <a:schemeClr val="bg1"/>
                </a:solidFill>
              </a:rPr>
              <a:t>POLYMORPHIE</a:t>
            </a: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5EAB0772-61F7-C71A-6904-CFBC0200380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E26587A1-68C7-9145-2DA8-37887A3E1FA6}"/>
              </a:ext>
            </a:extLst>
          </p:cNvPr>
          <p:cNvSpPr txBox="1"/>
          <p:nvPr/>
        </p:nvSpPr>
        <p:spPr>
          <a:xfrm>
            <a:off x="320744" y="1166207"/>
            <a:ext cx="10659901" cy="4801313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Polymorphie bedeutet hier, dass verschiedene Spielfelder dieselbe Methode auf ihre eigene Art ausführen.-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Die abstrakte Basisklasse </a:t>
            </a:r>
            <a:r>
              <a:rPr lang="de-DE" sz="1800" b="1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Space</a:t>
            </a: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 definiert dafür die zentrale Methode </a:t>
            </a:r>
            <a:r>
              <a:rPr lang="de-DE" sz="1800" b="1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ExecuteAction</a:t>
            </a: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Die fünf Unterklassen erben diese Methode.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Jede Unterklasse füllt sie mit eigener Logik.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Ein </a:t>
            </a:r>
            <a:r>
              <a:rPr lang="de-DE" sz="1800" b="1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MoneySpace</a:t>
            </a: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 gibt zum Beispiel Geld.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Ein </a:t>
            </a:r>
            <a:r>
              <a:rPr lang="de-DE" sz="1800" b="1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TaxSpace</a:t>
            </a: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 zieht dagegen Geld ab.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Das Hauptprogramm ruft einfach nur </a:t>
            </a:r>
            <a:r>
              <a:rPr lang="de-DE" sz="1800" b="1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ExecuteAction</a:t>
            </a: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 auf.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Es muss den genauen Feldtyp nicht kennen.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Das passende Verhalten startet ganz automatisch.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 dirty="0">
              <a:solidFill>
                <a:srgbClr val="000000"/>
              </a:solidFill>
              <a:uFillTx/>
              <a:latin typeface="Aptos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2F969BF3-3B6A-8545-B361-04CC37202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933" y="2258156"/>
            <a:ext cx="5829300" cy="2857500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05829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BD87F-AE49-FBB6-4088-2CEDD8520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 err="1">
                <a:solidFill>
                  <a:schemeClr val="bg1"/>
                </a:solidFill>
              </a:rPr>
              <a:t>Kapselung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B338DD-72A7-0FB7-D020-0DC83C5A568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5100" y="1436879"/>
            <a:ext cx="8851904" cy="2188433"/>
          </a:xfrm>
        </p:spPr>
        <p:txBody>
          <a:bodyPr anchor="ctr">
            <a:normAutofit/>
          </a:bodyPr>
          <a:lstStyle/>
          <a:p>
            <a:r>
              <a:rPr lang="en-DE" b="1" dirty="0" err="1">
                <a:solidFill>
                  <a:schemeClr val="bg1"/>
                </a:solidFill>
              </a:rPr>
              <a:t>Zugriffskontrolle</a:t>
            </a:r>
            <a:r>
              <a:rPr lang="en-DE" b="1" dirty="0">
                <a:solidFill>
                  <a:schemeClr val="bg1"/>
                </a:solidFill>
              </a:rPr>
              <a:t> </a:t>
            </a:r>
            <a:r>
              <a:rPr lang="en-DE" b="1" dirty="0" err="1">
                <a:solidFill>
                  <a:schemeClr val="bg1"/>
                </a:solidFill>
              </a:rPr>
              <a:t>durch</a:t>
            </a:r>
            <a:r>
              <a:rPr lang="en-DE" b="1" dirty="0">
                <a:solidFill>
                  <a:schemeClr val="bg1"/>
                </a:solidFill>
              </a:rPr>
              <a:t> </a:t>
            </a:r>
            <a:r>
              <a:rPr lang="en-DE" b="1" dirty="0" err="1">
                <a:solidFill>
                  <a:schemeClr val="bg1"/>
                </a:solidFill>
              </a:rPr>
              <a:t>Sichtbarkeiten</a:t>
            </a:r>
            <a:r>
              <a:rPr lang="en-DE" b="1" dirty="0">
                <a:solidFill>
                  <a:schemeClr val="bg1"/>
                </a:solidFill>
              </a:rPr>
              <a:t> (+ und -)</a:t>
            </a:r>
          </a:p>
          <a:p>
            <a:pPr lvl="0"/>
            <a:r>
              <a:rPr lang="en-DE" b="1" dirty="0" err="1">
                <a:solidFill>
                  <a:schemeClr val="bg1"/>
                </a:solidFill>
              </a:rPr>
              <a:t>Öffentliche</a:t>
            </a:r>
            <a:r>
              <a:rPr lang="en-DE" b="1" dirty="0">
                <a:solidFill>
                  <a:schemeClr val="bg1"/>
                </a:solidFill>
              </a:rPr>
              <a:t> </a:t>
            </a:r>
            <a:r>
              <a:rPr lang="en-DE" b="1" dirty="0" err="1">
                <a:solidFill>
                  <a:schemeClr val="bg1"/>
                </a:solidFill>
              </a:rPr>
              <a:t>Schnittstellen</a:t>
            </a:r>
            <a:r>
              <a:rPr lang="en-DE" b="1" dirty="0">
                <a:solidFill>
                  <a:schemeClr val="bg1"/>
                </a:solidFill>
              </a:rPr>
              <a:t> (+ / public):</a:t>
            </a:r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Methoden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wie</a:t>
            </a:r>
            <a:r>
              <a:rPr lang="en-DE" sz="1800" dirty="0">
                <a:solidFill>
                  <a:schemeClr val="bg1"/>
                </a:solidFill>
              </a:rPr>
              <a:t> Move() </a:t>
            </a:r>
            <a:r>
              <a:rPr lang="en-DE" sz="1800" dirty="0" err="1">
                <a:solidFill>
                  <a:schemeClr val="bg1"/>
                </a:solidFill>
              </a:rPr>
              <a:t>oder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Eigenschaften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wie</a:t>
            </a:r>
            <a:r>
              <a:rPr lang="en-DE" sz="1800" dirty="0">
                <a:solidFill>
                  <a:schemeClr val="bg1"/>
                </a:solidFill>
              </a:rPr>
              <a:t> Name </a:t>
            </a:r>
            <a:r>
              <a:rPr lang="en-DE" sz="1800" dirty="0" err="1">
                <a:solidFill>
                  <a:schemeClr val="bg1"/>
                </a:solidFill>
              </a:rPr>
              <a:t>sind</a:t>
            </a:r>
            <a:r>
              <a:rPr lang="en-DE" sz="1800" dirty="0">
                <a:solidFill>
                  <a:schemeClr val="bg1"/>
                </a:solidFill>
              </a:rPr>
              <a:t> für </a:t>
            </a:r>
            <a:r>
              <a:rPr lang="en-DE" sz="1800" dirty="0" err="1">
                <a:solidFill>
                  <a:schemeClr val="bg1"/>
                </a:solidFill>
              </a:rPr>
              <a:t>andere</a:t>
            </a:r>
            <a:r>
              <a:rPr lang="en-DE" sz="1800" dirty="0">
                <a:solidFill>
                  <a:schemeClr val="bg1"/>
                </a:solidFill>
              </a:rPr>
              <a:t> Klassen (z. B. Game) </a:t>
            </a:r>
            <a:r>
              <a:rPr lang="en-DE" sz="1800" dirty="0" err="1">
                <a:solidFill>
                  <a:schemeClr val="bg1"/>
                </a:solidFill>
              </a:rPr>
              <a:t>sichtbar</a:t>
            </a:r>
            <a:r>
              <a:rPr lang="en-DE" sz="18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en-DE" b="1" dirty="0">
                <a:solidFill>
                  <a:schemeClr val="bg1"/>
                </a:solidFill>
              </a:rPr>
              <a:t>Private </a:t>
            </a:r>
            <a:r>
              <a:rPr lang="en-DE" b="1" dirty="0" err="1">
                <a:solidFill>
                  <a:schemeClr val="bg1"/>
                </a:solidFill>
              </a:rPr>
              <a:t>Elemente</a:t>
            </a:r>
            <a:r>
              <a:rPr lang="en-DE" b="1" dirty="0">
                <a:solidFill>
                  <a:schemeClr val="bg1"/>
                </a:solidFill>
              </a:rPr>
              <a:t> (- / private):</a:t>
            </a:r>
            <a:r>
              <a:rPr lang="en-DE" dirty="0">
                <a:solidFill>
                  <a:schemeClr val="bg1"/>
                </a:solidFill>
              </a:rPr>
              <a:t> </a:t>
            </a:r>
            <a:r>
              <a:rPr lang="en-DE" sz="1800" dirty="0">
                <a:solidFill>
                  <a:schemeClr val="bg1"/>
                </a:solidFill>
              </a:rPr>
              <a:t>Die Methode - </a:t>
            </a:r>
            <a:r>
              <a:rPr lang="en-DE" sz="1800" dirty="0" err="1">
                <a:solidFill>
                  <a:schemeClr val="bg1"/>
                </a:solidFill>
              </a:rPr>
              <a:t>MakeBankrupt</a:t>
            </a:r>
            <a:r>
              <a:rPr lang="en-DE" sz="1800" dirty="0">
                <a:solidFill>
                  <a:schemeClr val="bg1"/>
                </a:solidFill>
              </a:rPr>
              <a:t>() </a:t>
            </a:r>
            <a:r>
              <a:rPr lang="en-DE" sz="1800" dirty="0" err="1">
                <a:solidFill>
                  <a:schemeClr val="bg1"/>
                </a:solidFill>
              </a:rPr>
              <a:t>ist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privat</a:t>
            </a:r>
            <a:r>
              <a:rPr lang="en-DE" sz="1800" dirty="0">
                <a:solidFill>
                  <a:schemeClr val="bg1"/>
                </a:solidFill>
              </a:rPr>
              <a:t>. Keine </a:t>
            </a:r>
            <a:r>
              <a:rPr lang="en-DE" sz="1800" dirty="0" err="1">
                <a:solidFill>
                  <a:schemeClr val="bg1"/>
                </a:solidFill>
              </a:rPr>
              <a:t>andere</a:t>
            </a:r>
            <a:r>
              <a:rPr lang="en-DE" sz="1800" dirty="0">
                <a:solidFill>
                  <a:schemeClr val="bg1"/>
                </a:solidFill>
              </a:rPr>
              <a:t> Klasse </a:t>
            </a:r>
            <a:r>
              <a:rPr lang="en-DE" sz="1800" dirty="0" err="1">
                <a:solidFill>
                  <a:schemeClr val="bg1"/>
                </a:solidFill>
              </a:rPr>
              <a:t>kann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einen</a:t>
            </a:r>
            <a:r>
              <a:rPr lang="en-DE" sz="1800" dirty="0">
                <a:solidFill>
                  <a:schemeClr val="bg1"/>
                </a:solidFill>
              </a:rPr>
              <a:t> Spieler </a:t>
            </a:r>
            <a:r>
              <a:rPr lang="en-DE" sz="1800" dirty="0" err="1">
                <a:solidFill>
                  <a:schemeClr val="bg1"/>
                </a:solidFill>
              </a:rPr>
              <a:t>direkt</a:t>
            </a:r>
            <a:r>
              <a:rPr lang="en-DE" sz="1800" dirty="0">
                <a:solidFill>
                  <a:schemeClr val="bg1"/>
                </a:solidFill>
              </a:rPr>
              <a:t> von </a:t>
            </a:r>
            <a:r>
              <a:rPr lang="en-DE" sz="1800" dirty="0" err="1">
                <a:solidFill>
                  <a:schemeClr val="bg1"/>
                </a:solidFill>
              </a:rPr>
              <a:t>außen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bankrottgehen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lassen</a:t>
            </a:r>
            <a:r>
              <a:rPr lang="en-DE" sz="1800" dirty="0">
                <a:solidFill>
                  <a:schemeClr val="bg1"/>
                </a:solidFill>
              </a:rPr>
              <a:t> – das </a:t>
            </a:r>
            <a:r>
              <a:rPr lang="en-DE" sz="1800" dirty="0" err="1">
                <a:solidFill>
                  <a:schemeClr val="bg1"/>
                </a:solidFill>
              </a:rPr>
              <a:t>kann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nur</a:t>
            </a:r>
            <a:r>
              <a:rPr lang="en-DE" sz="1800" dirty="0">
                <a:solidFill>
                  <a:schemeClr val="bg1"/>
                </a:solidFill>
              </a:rPr>
              <a:t> die Player-Klasse intern </a:t>
            </a:r>
            <a:r>
              <a:rPr lang="en-DE" sz="1800" dirty="0" err="1">
                <a:solidFill>
                  <a:schemeClr val="bg1"/>
                </a:solidFill>
              </a:rPr>
              <a:t>steuern</a:t>
            </a:r>
            <a:r>
              <a:rPr lang="en-DE" sz="1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44B6EAA-ABE1-1CEE-8601-5FE36A69E3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5100" y="3974366"/>
            <a:ext cx="8851904" cy="2188433"/>
          </a:xfrm>
        </p:spPr>
        <p:txBody>
          <a:bodyPr anchor="ctr">
            <a:normAutofit fontScale="77500" lnSpcReduction="20000"/>
          </a:bodyPr>
          <a:lstStyle/>
          <a:p>
            <a:r>
              <a:rPr lang="en-DE" sz="2300" dirty="0" err="1">
                <a:solidFill>
                  <a:schemeClr val="bg1"/>
                </a:solidFill>
              </a:rPr>
              <a:t>Besonders</a:t>
            </a:r>
            <a:r>
              <a:rPr lang="en-DE" sz="2300" dirty="0">
                <a:solidFill>
                  <a:schemeClr val="bg1"/>
                </a:solidFill>
              </a:rPr>
              <a:t> gut </a:t>
            </a:r>
            <a:r>
              <a:rPr lang="en-DE" sz="2300" dirty="0" err="1">
                <a:solidFill>
                  <a:schemeClr val="bg1"/>
                </a:solidFill>
              </a:rPr>
              <a:t>sieht</a:t>
            </a:r>
            <a:r>
              <a:rPr lang="en-DE" sz="2300" dirty="0">
                <a:solidFill>
                  <a:schemeClr val="bg1"/>
                </a:solidFill>
              </a:rPr>
              <a:t> man die </a:t>
            </a:r>
            <a:r>
              <a:rPr lang="en-DE" sz="2300" dirty="0" err="1">
                <a:solidFill>
                  <a:schemeClr val="bg1"/>
                </a:solidFill>
              </a:rPr>
              <a:t>Kapselung</a:t>
            </a:r>
            <a:r>
              <a:rPr lang="en-DE" sz="2300" dirty="0">
                <a:solidFill>
                  <a:schemeClr val="bg1"/>
                </a:solidFill>
              </a:rPr>
              <a:t> an den </a:t>
            </a:r>
            <a:r>
              <a:rPr lang="en-DE" sz="2300" dirty="0" err="1">
                <a:solidFill>
                  <a:schemeClr val="bg1"/>
                </a:solidFill>
              </a:rPr>
              <a:t>Eigenschaften</a:t>
            </a:r>
            <a:r>
              <a:rPr lang="en-DE" sz="2300" dirty="0">
                <a:solidFill>
                  <a:schemeClr val="bg1"/>
                </a:solidFill>
              </a:rPr>
              <a:t> (Properties) </a:t>
            </a:r>
            <a:r>
              <a:rPr lang="en-DE" sz="2300" dirty="0" err="1">
                <a:solidFill>
                  <a:schemeClr val="bg1"/>
                </a:solidFill>
              </a:rPr>
              <a:t>wie</a:t>
            </a:r>
            <a:r>
              <a:rPr lang="en-DE" sz="2300" dirty="0">
                <a:solidFill>
                  <a:schemeClr val="bg1"/>
                </a:solidFill>
              </a:rPr>
              <a:t> Money </a:t>
            </a:r>
            <a:r>
              <a:rPr lang="en-DE" sz="2300" dirty="0" err="1">
                <a:solidFill>
                  <a:schemeClr val="bg1"/>
                </a:solidFill>
              </a:rPr>
              <a:t>oder</a:t>
            </a:r>
            <a:r>
              <a:rPr lang="en-DE" sz="2300" dirty="0">
                <a:solidFill>
                  <a:schemeClr val="bg1"/>
                </a:solidFill>
              </a:rPr>
              <a:t> Position:</a:t>
            </a:r>
          </a:p>
          <a:p>
            <a:pPr lvl="0"/>
            <a:r>
              <a:rPr lang="en-DE" b="1" dirty="0">
                <a:solidFill>
                  <a:schemeClr val="bg1"/>
                </a:solidFill>
              </a:rPr>
              <a:t>+ Money: decimal {get; private set;}</a:t>
            </a:r>
            <a:endParaRPr lang="en-DE" dirty="0">
              <a:solidFill>
                <a:schemeClr val="bg1"/>
              </a:solidFill>
            </a:endParaRPr>
          </a:p>
          <a:p>
            <a:pPr lvl="0"/>
            <a:r>
              <a:rPr lang="en-DE" sz="2100" dirty="0">
                <a:solidFill>
                  <a:schemeClr val="bg1"/>
                </a:solidFill>
              </a:rPr>
              <a:t>Andere Klassen </a:t>
            </a:r>
            <a:r>
              <a:rPr lang="en-DE" sz="2100" dirty="0" err="1">
                <a:solidFill>
                  <a:schemeClr val="bg1"/>
                </a:solidFill>
              </a:rPr>
              <a:t>dürfen</a:t>
            </a:r>
            <a:r>
              <a:rPr lang="en-DE" sz="2100" dirty="0">
                <a:solidFill>
                  <a:schemeClr val="bg1"/>
                </a:solidFill>
              </a:rPr>
              <a:t> den </a:t>
            </a:r>
            <a:r>
              <a:rPr lang="en-DE" sz="2100" dirty="0" err="1">
                <a:solidFill>
                  <a:schemeClr val="bg1"/>
                </a:solidFill>
              </a:rPr>
              <a:t>Kontostand</a:t>
            </a:r>
            <a:r>
              <a:rPr lang="en-DE" sz="2100" dirty="0">
                <a:solidFill>
                  <a:schemeClr val="bg1"/>
                </a:solidFill>
              </a:rPr>
              <a:t> des Spielers </a:t>
            </a:r>
            <a:r>
              <a:rPr lang="en-DE" sz="2100" dirty="0" err="1">
                <a:solidFill>
                  <a:schemeClr val="bg1"/>
                </a:solidFill>
              </a:rPr>
              <a:t>zwar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dirty="0" err="1">
                <a:solidFill>
                  <a:schemeClr val="bg1"/>
                </a:solidFill>
              </a:rPr>
              <a:t>lesen</a:t>
            </a:r>
            <a:r>
              <a:rPr lang="en-DE" sz="2100" dirty="0">
                <a:solidFill>
                  <a:schemeClr val="bg1"/>
                </a:solidFill>
              </a:rPr>
              <a:t> (get), </a:t>
            </a:r>
            <a:r>
              <a:rPr lang="en-DE" sz="2100" dirty="0" err="1">
                <a:solidFill>
                  <a:schemeClr val="bg1"/>
                </a:solidFill>
              </a:rPr>
              <a:t>aber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dirty="0" err="1">
                <a:solidFill>
                  <a:schemeClr val="bg1"/>
                </a:solidFill>
              </a:rPr>
              <a:t>sie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dirty="0" err="1">
                <a:solidFill>
                  <a:schemeClr val="bg1"/>
                </a:solidFill>
              </a:rPr>
              <a:t>können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dirty="0" err="1">
                <a:solidFill>
                  <a:schemeClr val="bg1"/>
                </a:solidFill>
              </a:rPr>
              <a:t>ihn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b="1" dirty="0">
                <a:solidFill>
                  <a:schemeClr val="bg1"/>
                </a:solidFill>
              </a:rPr>
              <a:t>nicht </a:t>
            </a:r>
            <a:r>
              <a:rPr lang="en-DE" sz="2100" b="1" dirty="0" err="1">
                <a:solidFill>
                  <a:schemeClr val="bg1"/>
                </a:solidFill>
              </a:rPr>
              <a:t>direkt</a:t>
            </a:r>
            <a:r>
              <a:rPr lang="en-DE" sz="2100" b="1" dirty="0">
                <a:solidFill>
                  <a:schemeClr val="bg1"/>
                </a:solidFill>
              </a:rPr>
              <a:t> </a:t>
            </a:r>
            <a:r>
              <a:rPr lang="en-DE" sz="2100" b="1" dirty="0" err="1">
                <a:solidFill>
                  <a:schemeClr val="bg1"/>
                </a:solidFill>
              </a:rPr>
              <a:t>überschreiben</a:t>
            </a:r>
            <a:r>
              <a:rPr lang="en-DE" sz="2100" dirty="0">
                <a:solidFill>
                  <a:schemeClr val="bg1"/>
                </a:solidFill>
              </a:rPr>
              <a:t> (da private set).</a:t>
            </a:r>
          </a:p>
          <a:p>
            <a:pPr lvl="0"/>
            <a:r>
              <a:rPr lang="en-DE" sz="2100" dirty="0">
                <a:solidFill>
                  <a:schemeClr val="bg1"/>
                </a:solidFill>
              </a:rPr>
              <a:t>Um das Geld </a:t>
            </a:r>
            <a:r>
              <a:rPr lang="en-DE" sz="2100" dirty="0" err="1">
                <a:solidFill>
                  <a:schemeClr val="bg1"/>
                </a:solidFill>
              </a:rPr>
              <a:t>zu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dirty="0" err="1">
                <a:solidFill>
                  <a:schemeClr val="bg1"/>
                </a:solidFill>
              </a:rPr>
              <a:t>ändern</a:t>
            </a:r>
            <a:r>
              <a:rPr lang="en-DE" sz="2100" dirty="0">
                <a:solidFill>
                  <a:schemeClr val="bg1"/>
                </a:solidFill>
              </a:rPr>
              <a:t>, muss die </a:t>
            </a:r>
            <a:r>
              <a:rPr lang="en-DE" sz="2100" dirty="0" err="1">
                <a:solidFill>
                  <a:schemeClr val="bg1"/>
                </a:solidFill>
              </a:rPr>
              <a:t>kontrollierte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dirty="0" err="1">
                <a:solidFill>
                  <a:schemeClr val="bg1"/>
                </a:solidFill>
              </a:rPr>
              <a:t>öffentliche</a:t>
            </a:r>
            <a:r>
              <a:rPr lang="en-DE" sz="2100" dirty="0">
                <a:solidFill>
                  <a:schemeClr val="bg1"/>
                </a:solidFill>
              </a:rPr>
              <a:t> Methode + </a:t>
            </a:r>
            <a:r>
              <a:rPr lang="en-DE" sz="2100" dirty="0" err="1">
                <a:solidFill>
                  <a:schemeClr val="bg1"/>
                </a:solidFill>
              </a:rPr>
              <a:t>MoneyChange</a:t>
            </a:r>
            <a:r>
              <a:rPr lang="en-DE" sz="2100" dirty="0">
                <a:solidFill>
                  <a:schemeClr val="bg1"/>
                </a:solidFill>
              </a:rPr>
              <a:t>(decimal) </a:t>
            </a:r>
            <a:r>
              <a:rPr lang="en-DE" sz="2100" dirty="0" err="1">
                <a:solidFill>
                  <a:schemeClr val="bg1"/>
                </a:solidFill>
              </a:rPr>
              <a:t>aufgerufen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dirty="0" err="1">
                <a:solidFill>
                  <a:schemeClr val="bg1"/>
                </a:solidFill>
              </a:rPr>
              <a:t>werden</a:t>
            </a:r>
            <a:r>
              <a:rPr lang="en-DE" sz="2100" dirty="0">
                <a:solidFill>
                  <a:schemeClr val="bg1"/>
                </a:solidFill>
              </a:rPr>
              <a:t>. So </a:t>
            </a:r>
            <a:r>
              <a:rPr lang="en-DE" sz="2100" dirty="0" err="1">
                <a:solidFill>
                  <a:schemeClr val="bg1"/>
                </a:solidFill>
              </a:rPr>
              <a:t>kann</a:t>
            </a:r>
            <a:r>
              <a:rPr lang="en-DE" sz="2100" dirty="0">
                <a:solidFill>
                  <a:schemeClr val="bg1"/>
                </a:solidFill>
              </a:rPr>
              <a:t> die Player-Klasse intern </a:t>
            </a:r>
            <a:r>
              <a:rPr lang="en-DE" sz="2100" dirty="0" err="1">
                <a:solidFill>
                  <a:schemeClr val="bg1"/>
                </a:solidFill>
              </a:rPr>
              <a:t>prüfen</a:t>
            </a:r>
            <a:r>
              <a:rPr lang="en-DE" sz="2100" dirty="0">
                <a:solidFill>
                  <a:schemeClr val="bg1"/>
                </a:solidFill>
              </a:rPr>
              <a:t>, </a:t>
            </a:r>
            <a:r>
              <a:rPr lang="en-DE" sz="2100" dirty="0" err="1">
                <a:solidFill>
                  <a:schemeClr val="bg1"/>
                </a:solidFill>
              </a:rPr>
              <a:t>ob</a:t>
            </a:r>
            <a:r>
              <a:rPr lang="en-DE" sz="2100" dirty="0">
                <a:solidFill>
                  <a:schemeClr val="bg1"/>
                </a:solidFill>
              </a:rPr>
              <a:t> der Wert </a:t>
            </a:r>
            <a:r>
              <a:rPr lang="en-DE" sz="2100" dirty="0" err="1">
                <a:solidFill>
                  <a:schemeClr val="bg1"/>
                </a:solidFill>
              </a:rPr>
              <a:t>gültig</a:t>
            </a:r>
            <a:r>
              <a:rPr lang="en-DE" sz="2100" dirty="0">
                <a:solidFill>
                  <a:schemeClr val="bg1"/>
                </a:solidFill>
              </a:rPr>
              <a:t> </a:t>
            </a:r>
            <a:r>
              <a:rPr lang="en-DE" sz="2100" dirty="0" err="1">
                <a:solidFill>
                  <a:schemeClr val="bg1"/>
                </a:solidFill>
              </a:rPr>
              <a:t>ist</a:t>
            </a:r>
            <a:r>
              <a:rPr lang="en-DE" sz="21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Placeholder 10" descr="Logo">
            <a:extLst>
              <a:ext uri="{FF2B5EF4-FFF2-40B4-BE49-F238E27FC236}">
                <a16:creationId xmlns:a16="http://schemas.microsoft.com/office/drawing/2014/main" id="{5339920D-C9F4-6928-350B-B3C649314641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CD7B4-71DA-ED39-EA97-16A1D92D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8948A-71E6-70D5-9D05-772DFDA02C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ln w="12701">
            <a:solidFill>
              <a:srgbClr val="FFFFFF"/>
            </a:solidFill>
            <a:prstDash val="solid"/>
          </a:ln>
        </p:spPr>
        <p:txBody>
          <a:bodyPr/>
          <a:lstStyle/>
          <a:p>
            <a:pPr lvl="0"/>
            <a:r>
              <a:rPr lang="en-US" dirty="0" err="1">
                <a:solidFill>
                  <a:schemeClr val="bg1"/>
                </a:solidFill>
              </a:rPr>
              <a:t>Kapselung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93BE167-B3FA-51BC-B4A1-0EDC957AF71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5100" y="1436879"/>
            <a:ext cx="8851904" cy="2188433"/>
          </a:xfrm>
        </p:spPr>
        <p:txBody>
          <a:bodyPr anchor="ctr">
            <a:normAutofit/>
          </a:bodyPr>
          <a:lstStyle/>
          <a:p>
            <a:r>
              <a:rPr lang="en-DE" sz="1800" b="1" dirty="0" err="1">
                <a:solidFill>
                  <a:schemeClr val="bg1"/>
                </a:solidFill>
              </a:rPr>
              <a:t>Kapselung</a:t>
            </a:r>
            <a:r>
              <a:rPr lang="en-DE" sz="1800" b="1" dirty="0">
                <a:solidFill>
                  <a:schemeClr val="bg1"/>
                </a:solidFill>
              </a:rPr>
              <a:t> von </a:t>
            </a:r>
            <a:r>
              <a:rPr lang="en-DE" sz="1800" b="1" dirty="0" err="1">
                <a:solidFill>
                  <a:schemeClr val="bg1"/>
                </a:solidFill>
              </a:rPr>
              <a:t>Logik</a:t>
            </a:r>
            <a:r>
              <a:rPr lang="en-DE" sz="1800" b="1" dirty="0">
                <a:solidFill>
                  <a:schemeClr val="bg1"/>
                </a:solidFill>
              </a:rPr>
              <a:t> in </a:t>
            </a:r>
            <a:r>
              <a:rPr lang="en-DE" sz="1800" b="1" dirty="0" err="1">
                <a:solidFill>
                  <a:schemeClr val="bg1"/>
                </a:solidFill>
              </a:rPr>
              <a:t>Methoden</a:t>
            </a:r>
            <a:endParaRPr lang="en-DE" sz="1800" b="1" dirty="0">
              <a:solidFill>
                <a:schemeClr val="bg1"/>
              </a:solidFill>
            </a:endParaRPr>
          </a:p>
          <a:p>
            <a:pPr lvl="0"/>
            <a:r>
              <a:rPr lang="en-DE" sz="1800" b="1" dirty="0">
                <a:solidFill>
                  <a:schemeClr val="bg1"/>
                </a:solidFill>
              </a:rPr>
              <a:t>+ Move(direction: int): void</a:t>
            </a:r>
            <a:endParaRPr lang="en-DE" sz="1800" dirty="0">
              <a:solidFill>
                <a:schemeClr val="bg1"/>
              </a:solidFill>
            </a:endParaRPr>
          </a:p>
          <a:p>
            <a:pPr lvl="0"/>
            <a:r>
              <a:rPr lang="en-DE" sz="1800" dirty="0" err="1">
                <a:solidFill>
                  <a:schemeClr val="bg1"/>
                </a:solidFill>
              </a:rPr>
              <a:t>Anstatt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dass</a:t>
            </a:r>
            <a:r>
              <a:rPr lang="en-DE" sz="1800" dirty="0">
                <a:solidFill>
                  <a:schemeClr val="bg1"/>
                </a:solidFill>
              </a:rPr>
              <a:t> die Klasse Game die </a:t>
            </a:r>
            <a:r>
              <a:rPr lang="en-DE" sz="1800" dirty="0" err="1">
                <a:solidFill>
                  <a:schemeClr val="bg1"/>
                </a:solidFill>
              </a:rPr>
              <a:t>Koordinaten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oder</a:t>
            </a:r>
            <a:r>
              <a:rPr lang="en-DE" sz="1800" dirty="0">
                <a:solidFill>
                  <a:schemeClr val="bg1"/>
                </a:solidFill>
              </a:rPr>
              <a:t> die Position des Spielers </a:t>
            </a:r>
            <a:r>
              <a:rPr lang="en-DE" sz="1800" dirty="0" err="1">
                <a:solidFill>
                  <a:schemeClr val="bg1"/>
                </a:solidFill>
              </a:rPr>
              <a:t>direkt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manipuliert</a:t>
            </a:r>
            <a:r>
              <a:rPr lang="en-DE" sz="1800" dirty="0">
                <a:solidFill>
                  <a:schemeClr val="bg1"/>
                </a:solidFill>
              </a:rPr>
              <a:t>, </a:t>
            </a:r>
            <a:r>
              <a:rPr lang="en-DE" sz="1800" dirty="0" err="1">
                <a:solidFill>
                  <a:schemeClr val="bg1"/>
                </a:solidFill>
              </a:rPr>
              <a:t>sagt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sie</a:t>
            </a:r>
            <a:r>
              <a:rPr lang="en-DE" sz="1800" dirty="0">
                <a:solidFill>
                  <a:schemeClr val="bg1"/>
                </a:solidFill>
              </a:rPr>
              <a:t> dem Spieler per Move() </a:t>
            </a:r>
            <a:r>
              <a:rPr lang="en-DE" sz="1800" dirty="0" err="1">
                <a:solidFill>
                  <a:schemeClr val="bg1"/>
                </a:solidFill>
              </a:rPr>
              <a:t>einfach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nur</a:t>
            </a:r>
            <a:r>
              <a:rPr lang="en-DE" sz="1800" dirty="0">
                <a:solidFill>
                  <a:schemeClr val="bg1"/>
                </a:solidFill>
              </a:rPr>
              <a:t>, in </a:t>
            </a:r>
            <a:r>
              <a:rPr lang="en-DE" sz="1800" dirty="0" err="1">
                <a:solidFill>
                  <a:schemeClr val="bg1"/>
                </a:solidFill>
              </a:rPr>
              <a:t>welche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Richtung</a:t>
            </a:r>
            <a:r>
              <a:rPr lang="en-DE" sz="1800" dirty="0">
                <a:solidFill>
                  <a:schemeClr val="bg1"/>
                </a:solidFill>
              </a:rPr>
              <a:t> er </a:t>
            </a:r>
            <a:r>
              <a:rPr lang="en-DE" sz="1800" dirty="0" err="1">
                <a:solidFill>
                  <a:schemeClr val="bg1"/>
                </a:solidFill>
              </a:rPr>
              <a:t>gehen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soll</a:t>
            </a:r>
            <a:r>
              <a:rPr lang="en-DE" sz="18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en-DE" sz="1800" dirty="0">
                <a:solidFill>
                  <a:schemeClr val="bg1"/>
                </a:solidFill>
              </a:rPr>
              <a:t>Die </a:t>
            </a:r>
            <a:r>
              <a:rPr lang="en-DE" sz="1800" dirty="0" err="1">
                <a:solidFill>
                  <a:schemeClr val="bg1"/>
                </a:solidFill>
              </a:rPr>
              <a:t>Berechnung</a:t>
            </a:r>
            <a:r>
              <a:rPr lang="en-DE" sz="1800" dirty="0">
                <a:solidFill>
                  <a:schemeClr val="bg1"/>
                </a:solidFill>
              </a:rPr>
              <a:t> der </a:t>
            </a:r>
            <a:r>
              <a:rPr lang="en-DE" sz="1800" dirty="0" err="1">
                <a:solidFill>
                  <a:schemeClr val="bg1"/>
                </a:solidFill>
              </a:rPr>
              <a:t>neuen</a:t>
            </a:r>
            <a:r>
              <a:rPr lang="en-DE" sz="1800" dirty="0">
                <a:solidFill>
                  <a:schemeClr val="bg1"/>
                </a:solidFill>
              </a:rPr>
              <a:t> Position und das </a:t>
            </a:r>
            <a:r>
              <a:rPr lang="en-DE" sz="1800" dirty="0" err="1">
                <a:solidFill>
                  <a:schemeClr val="bg1"/>
                </a:solidFill>
              </a:rPr>
              <a:t>Erhöhen</a:t>
            </a:r>
            <a:r>
              <a:rPr lang="en-DE" sz="1800" dirty="0">
                <a:solidFill>
                  <a:schemeClr val="bg1"/>
                </a:solidFill>
              </a:rPr>
              <a:t> der </a:t>
            </a:r>
            <a:r>
              <a:rPr lang="en-DE" sz="1800" dirty="0" err="1">
                <a:solidFill>
                  <a:schemeClr val="bg1"/>
                </a:solidFill>
              </a:rPr>
              <a:t>Rundenanzahl</a:t>
            </a:r>
            <a:r>
              <a:rPr lang="en-DE" sz="1800" dirty="0">
                <a:solidFill>
                  <a:schemeClr val="bg1"/>
                </a:solidFill>
              </a:rPr>
              <a:t> (Lap) </a:t>
            </a:r>
            <a:r>
              <a:rPr lang="en-DE" sz="1800" dirty="0" err="1">
                <a:solidFill>
                  <a:schemeClr val="bg1"/>
                </a:solidFill>
              </a:rPr>
              <a:t>übernimmt</a:t>
            </a:r>
            <a:r>
              <a:rPr lang="en-DE" sz="1800" dirty="0">
                <a:solidFill>
                  <a:schemeClr val="bg1"/>
                </a:solidFill>
              </a:rPr>
              <a:t> die Player-Klasse </a:t>
            </a:r>
            <a:r>
              <a:rPr lang="en-DE" sz="1800" dirty="0" err="1">
                <a:solidFill>
                  <a:schemeClr val="bg1"/>
                </a:solidFill>
              </a:rPr>
              <a:t>komplett</a:t>
            </a:r>
            <a:r>
              <a:rPr lang="en-DE" sz="1800" dirty="0">
                <a:solidFill>
                  <a:schemeClr val="bg1"/>
                </a:solidFill>
              </a:rPr>
              <a:t> </a:t>
            </a:r>
            <a:r>
              <a:rPr lang="en-DE" sz="1800" dirty="0" err="1">
                <a:solidFill>
                  <a:schemeClr val="bg1"/>
                </a:solidFill>
              </a:rPr>
              <a:t>selbst</a:t>
            </a:r>
            <a:r>
              <a:rPr lang="en-DE" sz="18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Placeholder 10" descr="Logo">
            <a:extLst>
              <a:ext uri="{FF2B5EF4-FFF2-40B4-BE49-F238E27FC236}">
                <a16:creationId xmlns:a16="http://schemas.microsoft.com/office/drawing/2014/main" id="{DD81497B-B768-D3FD-E09C-DE528E307131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</p:spTree>
    <p:extLst>
      <p:ext uri="{BB962C8B-B14F-4D97-AF65-F5344CB8AC3E}">
        <p14:creationId xmlns:p14="http://schemas.microsoft.com/office/powerpoint/2010/main" val="31798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B0E81C4-56BA-9758-F2CF-ADD14E5A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u="sng"/>
              <a:t>Vielen Dank Für eure aufmerksamkeit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4A220D-63CA-2AB7-25E8-7D6FE65FE5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679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D8ABE-0666-7C90-3A32-78C917F2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3572C69E-5FBB-76BC-98AD-105FCCD0C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607" y="458690"/>
            <a:ext cx="11385038" cy="577964"/>
          </a:xfrm>
          <a:ln w="12701">
            <a:solidFill>
              <a:srgbClr val="FFFFFF"/>
            </a:solidFill>
            <a:prstDash val="solid"/>
          </a:ln>
        </p:spPr>
        <p:txBody>
          <a:bodyPr anchorCtr="1"/>
          <a:lstStyle/>
          <a:p>
            <a:pPr lvl="0" algn="ctr"/>
            <a:r>
              <a:rPr lang="en-US" dirty="0" err="1">
                <a:solidFill>
                  <a:schemeClr val="bg1"/>
                </a:solidFill>
              </a:rPr>
              <a:t>Uml-Klassendiagramm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Placeholder 24" descr="Logo">
            <a:extLst>
              <a:ext uri="{FF2B5EF4-FFF2-40B4-BE49-F238E27FC236}">
                <a16:creationId xmlns:a16="http://schemas.microsoft.com/office/drawing/2014/main" id="{B7797117-5278-CD02-82CF-C5D1CCBA033E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6" r="406"/>
          <a:stretch>
            <a:fillRect/>
          </a:stretch>
        </p:blipFill>
        <p:spPr>
          <a:xfrm>
            <a:off x="11158322" y="5764734"/>
            <a:ext cx="630936" cy="73152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B1DCF7-DC16-D62C-D0BC-D1D397A456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243" y="1203542"/>
            <a:ext cx="7091070" cy="49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80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Badg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Fair%20squares%20presentation</Template>
  <TotalTime>100</TotalTime>
  <Words>675</Words>
  <Application>Microsoft Office PowerPoint</Application>
  <PresentationFormat>Breitbild</PresentationFormat>
  <Paragraphs>150</Paragraphs>
  <Slides>43</Slides>
  <Notes>42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49" baseType="lpstr">
      <vt:lpstr>Aptos</vt:lpstr>
      <vt:lpstr>Arial</vt:lpstr>
      <vt:lpstr>Calibri</vt:lpstr>
      <vt:lpstr>Gill Sans MT</vt:lpstr>
      <vt:lpstr>Impact</vt:lpstr>
      <vt:lpstr>Badge</vt:lpstr>
      <vt:lpstr> Projekt: Brettspiel (Monopoly) Entwicklung eines digitalen Brettspiels in C#   </vt:lpstr>
      <vt:lpstr>Inhalt</vt:lpstr>
      <vt:lpstr>Unsere Architektur</vt:lpstr>
      <vt:lpstr>Die Anforderungen an unser Spiel</vt:lpstr>
      <vt:lpstr>Unser Vorgang im Projekt</vt:lpstr>
      <vt:lpstr>Die Beziehungen und  OOP Konzepte in unserem Projekt</vt:lpstr>
      <vt:lpstr>Die Beziehungsarten im Projekt</vt:lpstr>
      <vt:lpstr>Uml-Klassendiagramm</vt:lpstr>
      <vt:lpstr>KOMPOSITION</vt:lpstr>
      <vt:lpstr>KOMPOSITION</vt:lpstr>
      <vt:lpstr>KOMPOSITION</vt:lpstr>
      <vt:lpstr>Uml-Klassendiagramm</vt:lpstr>
      <vt:lpstr>KOMPOSITION</vt:lpstr>
      <vt:lpstr>KOMPOSITION</vt:lpstr>
      <vt:lpstr>KOMPOSITION</vt:lpstr>
      <vt:lpstr>Uml-Klassendiagramm</vt:lpstr>
      <vt:lpstr>KOMPOSITION</vt:lpstr>
      <vt:lpstr>KOMPOSITION</vt:lpstr>
      <vt:lpstr>KOMPOSITION</vt:lpstr>
      <vt:lpstr>Uml-Klassendiagramm</vt:lpstr>
      <vt:lpstr>AGGREGATION</vt:lpstr>
      <vt:lpstr>AGGREGATION</vt:lpstr>
      <vt:lpstr>AGGREGATION</vt:lpstr>
      <vt:lpstr>Uml-Klassendiagramm</vt:lpstr>
      <vt:lpstr>ASSOZIATION &amp; abhängigkeit</vt:lpstr>
      <vt:lpstr>ASSOZIATION &amp; abhängigkeit</vt:lpstr>
      <vt:lpstr>ASSOZIATION &amp; abhängigkeit</vt:lpstr>
      <vt:lpstr>Uml-Klassendiagramm</vt:lpstr>
      <vt:lpstr>abhängigkeit</vt:lpstr>
      <vt:lpstr>abhängigkeit</vt:lpstr>
      <vt:lpstr>abhängigkeit</vt:lpstr>
      <vt:lpstr>Uml-Klassendiagramm</vt:lpstr>
      <vt:lpstr>ASSOZIATION</vt:lpstr>
      <vt:lpstr>ASSOZIATION</vt:lpstr>
      <vt:lpstr>ASSOZIATION</vt:lpstr>
      <vt:lpstr>Uml-Klassendiagramm</vt:lpstr>
      <vt:lpstr>Abstrakt</vt:lpstr>
      <vt:lpstr>Vererbung</vt:lpstr>
      <vt:lpstr>POLYMORPHIE</vt:lpstr>
      <vt:lpstr>Kapselung</vt:lpstr>
      <vt:lpstr>Kapselung</vt:lpstr>
      <vt:lpstr>Vielen Dank Für eure aufmerksamkeit</vt:lpstr>
      <vt:lpstr>Uml-Klassendiagramm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Projekt: Brettspiel (Monopoly) Entwicklung eines digitalen Brettspiels in C#   </dc:title>
  <dc:creator>Katharina Schwagereit</dc:creator>
  <cp:lastModifiedBy>Роман Вайнер</cp:lastModifiedBy>
  <cp:revision>15</cp:revision>
  <dcterms:created xsi:type="dcterms:W3CDTF">2026-09-08T09:56:08Z</dcterms:created>
  <dcterms:modified xsi:type="dcterms:W3CDTF">2026-09-09T22:19:04Z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